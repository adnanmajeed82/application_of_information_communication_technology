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396C-D33B-64F7-FDA3-AC8B9A009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8264B-914E-3B16-B7AC-413EED5CB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BD747-0316-007C-D60E-588651C0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7BAEC-5E13-D1D8-903F-85842ED6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EF193-219A-5638-3D48-1414BFE3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7D23-59E6-47A4-C4DF-8E3F98BF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F464-2A42-703A-C0B0-7F91CDD8C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961D-A818-E265-85C6-D6C5B226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F9B66-6F3D-B4C8-A47F-F021F2A5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3B192-DABD-114E-DCD9-DD35E889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6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1E25-7B66-C672-050D-8B1E6B24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8ADD4-7937-021E-A2D1-8B96D91BF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1BEFF-A6EA-B009-A9B9-43434025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2FC8C-8939-8D4B-222C-F410DB08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20955-695E-6E35-865C-02EF83C5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9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8383-71F0-8805-81B7-3827E330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B79C-C4F4-640A-A429-EFF08E21F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BAADA-C900-F797-EC4C-951799A31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846AB-7FEF-7414-B3DD-3CF4DA5AD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89B1E-9983-247F-4BA8-7DE916AA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F5A78-F593-AEBF-25A8-A5563C85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5E1B-F19D-6FB9-3A87-200F5D20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0156F-D515-9F96-3BA2-36FA26D07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53148-E9BA-3122-CF60-03D107033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017D-05A7-DF47-9A02-6BAE0218C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4C99C-90B1-AD5D-1863-AD7EC7D8E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3DA99-18DC-D67E-D2EB-2494C63E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F0D42-DB41-76CC-A795-71CDFE2A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95014-5768-0020-3A0D-1AC74AC1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2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C4698-C971-82BE-B029-115F7D50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FD822-3A1E-5CA5-2BAE-5D431D50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6F61B-4BF5-515F-C3F9-2D493745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D2CA8-FD66-A3E8-6882-0A196625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6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6C6D6-4CEC-3FA9-CD36-0E77C306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269E5-4899-471B-43E4-8EA1AA3F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0EE9-2A7D-2378-4650-1125767B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3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F8BA-0DBB-220C-8A7D-56722C12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DFCC-76E4-836E-8D97-576D5AD6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533C6-75E1-A5B8-F943-C253A3C6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A0A47-E8CA-DADA-879D-4F0B638C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592EA-F644-3A56-1D5C-C89F0866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706BF-2006-980F-E254-79B9D908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4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5036-A417-C7FB-8E09-46672DA0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0DF10-441B-2DEC-EC06-59C39F49B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EAE0F-5221-5792-6B4D-A04C05A5A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6FA56-DC7D-4822-167B-6429328D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2D115-5C67-E6B7-B967-AEB8AA63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E4A6C-AE4D-D7B4-0E78-4B742FEA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0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362E-E881-B7E0-77E2-61529F12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B5453-02ED-2C54-FD90-0E373FCA1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48FAE-299A-1592-A8CA-B6EDDD19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770A6-51C4-33D1-3BC0-E42C2191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D60-2419-F156-270F-CBC422C0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2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761DD-2C39-9CE6-46AB-342A5884A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0D23B-861A-263D-B947-94C5FF2C2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9044-84BD-BBE9-AF32-46A28A74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7ED9-B954-8720-4535-0AB7EDEE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4A648-461D-38D0-E38F-D4877EA1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E7BD5-4879-83A4-67C8-96C9E060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5D5D6-686C-9D6C-E65E-A94F6B1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4408F-E897-95CE-170A-A114F3732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98CD3-EDCF-4F65-A721-1C5E6F9421F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793C0-5F73-AC23-2D67-25AABA3F6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EB6AC-F584-7A5E-1BAB-EC15F4B56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1D862-CDAE-4748-8B0F-B66A5006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7736-BC86-CF8F-42EF-C3960A77B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📊 MS Excel Practical: Macros &amp; VBA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B0CB5-F995-7D39-6B03-88924CAC1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250052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562E-5FE5-FDAF-B045-C1CA9262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 to Macros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CF49-2F9F-C186-3FA2-5A66BCB1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macro</a:t>
            </a:r>
            <a:r>
              <a:rPr lang="en-US" dirty="0"/>
              <a:t> in MS Excel is a set of </a:t>
            </a:r>
            <a:r>
              <a:rPr lang="en-US" b="1" dirty="0"/>
              <a:t>recorded or written instructions</a:t>
            </a:r>
            <a:r>
              <a:rPr lang="en-US" dirty="0"/>
              <a:t> that automate repetitive tasks. Macros are created using </a:t>
            </a:r>
            <a:r>
              <a:rPr lang="en-US" b="1" dirty="0"/>
              <a:t>Visual Basic for Applications (VBA)</a:t>
            </a:r>
            <a:r>
              <a:rPr lang="en-US" dirty="0"/>
              <a:t>.</a:t>
            </a:r>
          </a:p>
          <a:p>
            <a:r>
              <a:rPr lang="en-US" b="1" dirty="0"/>
              <a:t>Why Use Macros?</a:t>
            </a:r>
          </a:p>
          <a:p>
            <a:r>
              <a:rPr lang="en-US" dirty="0"/>
              <a:t>Save time and effort</a:t>
            </a:r>
          </a:p>
          <a:p>
            <a:r>
              <a:rPr lang="en-US" dirty="0"/>
              <a:t>Reduce human errors</a:t>
            </a:r>
          </a:p>
          <a:p>
            <a:r>
              <a:rPr lang="en-US" dirty="0"/>
              <a:t>Automate repetitive tasks</a:t>
            </a:r>
          </a:p>
          <a:p>
            <a:r>
              <a:rPr lang="en-US" dirty="0"/>
              <a:t>Improve productivity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89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1775-B39A-A7F8-A97C-9F018E9A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Enabling Developer Tab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45BB1-BC72-384E-3107-83DD4E22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working with macros:</a:t>
            </a:r>
          </a:p>
          <a:p>
            <a:r>
              <a:rPr lang="en-US" dirty="0"/>
              <a:t>Open Excel</a:t>
            </a:r>
          </a:p>
          <a:p>
            <a:r>
              <a:rPr lang="en-US" dirty="0"/>
              <a:t>Go to </a:t>
            </a:r>
            <a:r>
              <a:rPr lang="en-US" b="1" dirty="0"/>
              <a:t>File → Options → Customize Ribbon</a:t>
            </a:r>
            <a:endParaRPr lang="en-US" dirty="0"/>
          </a:p>
          <a:p>
            <a:r>
              <a:rPr lang="en-US" dirty="0"/>
              <a:t>Check </a:t>
            </a:r>
            <a:r>
              <a:rPr lang="en-US" b="1" dirty="0"/>
              <a:t>Developer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OK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1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338A-9C31-DA2F-0051-31E7F111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Recording a Macro (Practical)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2260-3020-FD45-D555-1291EA250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Steps:</a:t>
            </a:r>
          </a:p>
          <a:p>
            <a:r>
              <a:rPr lang="en-US" dirty="0"/>
              <a:t>Go to </a:t>
            </a:r>
            <a:r>
              <a:rPr lang="en-US" b="1" dirty="0"/>
              <a:t>Developer → Record Macro</a:t>
            </a:r>
            <a:endParaRPr lang="en-US" dirty="0"/>
          </a:p>
          <a:p>
            <a:r>
              <a:rPr lang="en-US" dirty="0"/>
              <a:t>Enter Macro Name: </a:t>
            </a:r>
            <a:r>
              <a:rPr lang="en-US" dirty="0" err="1"/>
              <a:t>FormatSheet</a:t>
            </a:r>
            <a:endParaRPr lang="en-US" dirty="0"/>
          </a:p>
          <a:p>
            <a:r>
              <a:rPr lang="en-US" dirty="0"/>
              <a:t>Choose </a:t>
            </a:r>
            <a:r>
              <a:rPr lang="en-US" b="1" dirty="0"/>
              <a:t>Store macro in: This Workbook</a:t>
            </a:r>
            <a:endParaRPr lang="en-US" dirty="0"/>
          </a:p>
          <a:p>
            <a:r>
              <a:rPr lang="en-US" dirty="0"/>
              <a:t>Perform actions (e.g., bold headings, apply borders)</a:t>
            </a:r>
          </a:p>
          <a:p>
            <a:r>
              <a:rPr lang="en-US" dirty="0"/>
              <a:t>Click </a:t>
            </a:r>
            <a:r>
              <a:rPr lang="en-US" b="1" dirty="0"/>
              <a:t>Stop Recording</a:t>
            </a:r>
            <a:endParaRPr lang="en-US" dirty="0"/>
          </a:p>
          <a:p>
            <a:r>
              <a:rPr lang="en-US" dirty="0"/>
              <a:t>📌 Excel automatically converts actions into VBA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6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0582-6E6C-1DC5-7AC4-F2A4E442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CB68-9FBD-89A6-8967-E5EF3CA8E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Viewing &amp; Editing Macro Code</a:t>
            </a:r>
          </a:p>
          <a:p>
            <a:r>
              <a:rPr lang="en-US" dirty="0"/>
              <a:t>Press </a:t>
            </a:r>
            <a:r>
              <a:rPr lang="en-US" b="1" dirty="0"/>
              <a:t>Alt + F11</a:t>
            </a:r>
            <a:r>
              <a:rPr lang="en-US" dirty="0"/>
              <a:t> → VBA Editor</a:t>
            </a:r>
          </a:p>
          <a:p>
            <a:r>
              <a:rPr lang="en-US" dirty="0"/>
              <a:t>Open </a:t>
            </a:r>
            <a:r>
              <a:rPr lang="en-US" b="1" dirty="0"/>
              <a:t>Modules → Module1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4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0A0D-3195-D6D9-C48C-2396F291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E081-6136-A95B-4B03-75D4B8799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FormatSheet</a:t>
            </a:r>
            <a:r>
              <a:rPr lang="en-US" dirty="0"/>
              <a:t>()</a:t>
            </a:r>
          </a:p>
          <a:p>
            <a:r>
              <a:rPr lang="en-US" dirty="0"/>
              <a:t>    Range("A1:D1").</a:t>
            </a:r>
            <a:r>
              <a:rPr lang="en-US" dirty="0" err="1"/>
              <a:t>Font.Bold</a:t>
            </a:r>
            <a:r>
              <a:rPr lang="en-US" dirty="0"/>
              <a:t> = True</a:t>
            </a:r>
          </a:p>
          <a:p>
            <a:r>
              <a:rPr lang="en-US" dirty="0"/>
              <a:t>    Range("A1:D10").</a:t>
            </a:r>
            <a:r>
              <a:rPr lang="en-US" dirty="0" err="1"/>
              <a:t>Borders.LineStyle</a:t>
            </a:r>
            <a:r>
              <a:rPr lang="en-US" dirty="0"/>
              <a:t> = </a:t>
            </a:r>
            <a:r>
              <a:rPr lang="en-US" dirty="0" err="1"/>
              <a:t>xlContinuous</a:t>
            </a:r>
            <a:endParaRPr lang="en-US" dirty="0"/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2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D9353-EC4F-A3B3-780A-9C2EB1A3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Writing a Simple Macro (Manual)</a:t>
            </a:r>
            <a:br>
              <a:rPr lang="en-US" b="1" dirty="0"/>
            </a:br>
            <a:r>
              <a:rPr lang="en-US" b="1" dirty="0"/>
              <a:t>Example: Auto Fill Date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4960-E314-2A0E-6952-CE0FFE25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InsertDate</a:t>
            </a:r>
            <a:r>
              <a:rPr lang="en-US" dirty="0"/>
              <a:t>()</a:t>
            </a:r>
          </a:p>
          <a:p>
            <a:r>
              <a:rPr lang="en-US" dirty="0"/>
              <a:t>    Range("A1").Value = Date</a:t>
            </a:r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5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8465-C031-DABB-18B7-F35F0294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 Practical Macros Examples</a:t>
            </a:r>
            <a:br>
              <a:rPr lang="en-US" b="1" dirty="0"/>
            </a:br>
            <a:r>
              <a:rPr lang="en-US" b="1" dirty="0"/>
              <a:t>6.1 Auto Format Report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CE15-5E0A-0709-A0EC-B6E7E680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AutoFormatReport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Cells.Font.Name</a:t>
            </a:r>
            <a:r>
              <a:rPr lang="en-US" dirty="0"/>
              <a:t> = "Calibri"</a:t>
            </a:r>
          </a:p>
          <a:p>
            <a:r>
              <a:rPr lang="en-US" dirty="0"/>
              <a:t>    </a:t>
            </a:r>
            <a:r>
              <a:rPr lang="en-US" dirty="0" err="1"/>
              <a:t>Cells.Font.Size</a:t>
            </a:r>
            <a:r>
              <a:rPr lang="en-US" dirty="0"/>
              <a:t> = 11</a:t>
            </a:r>
          </a:p>
          <a:p>
            <a:r>
              <a:rPr lang="en-US" dirty="0"/>
              <a:t>    Range("A1").</a:t>
            </a:r>
            <a:r>
              <a:rPr lang="en-US" dirty="0" err="1"/>
              <a:t>EntireRow.Font.Bold</a:t>
            </a:r>
            <a:r>
              <a:rPr lang="en-US" dirty="0"/>
              <a:t> = True</a:t>
            </a:r>
          </a:p>
          <a:p>
            <a:r>
              <a:rPr lang="en-US" dirty="0"/>
              <a:t>    </a:t>
            </a:r>
            <a:r>
              <a:rPr lang="en-US" dirty="0" err="1"/>
              <a:t>Columns.AutoFit</a:t>
            </a:r>
            <a:endParaRPr lang="en-US" dirty="0"/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5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87E1-C10C-0473-26BC-004AEAF0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Clear Data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3DA38-BCB0-9049-8355-36A1160A3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ClearData</a:t>
            </a:r>
            <a:r>
              <a:rPr lang="en-US" dirty="0"/>
              <a:t>()</a:t>
            </a:r>
          </a:p>
          <a:p>
            <a:r>
              <a:rPr lang="en-US" dirty="0"/>
              <a:t>    Range("A2:D100").</a:t>
            </a:r>
            <a:r>
              <a:rPr lang="en-US" dirty="0" err="1"/>
              <a:t>ClearContents</a:t>
            </a:r>
            <a:endParaRPr lang="en-US" dirty="0"/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4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056B-E725-64CA-8CF9-C1F4217D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6.3 Calculate Total Automatically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13E0-63BA-D8B7-7A0E-54DBD881D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CalculateTotal</a:t>
            </a:r>
            <a:r>
              <a:rPr lang="en-US" dirty="0"/>
              <a:t>()</a:t>
            </a:r>
          </a:p>
          <a:p>
            <a:r>
              <a:rPr lang="en-US" dirty="0"/>
              <a:t>    Range("D2").Formula = "=SUM(A2:C2)"</a:t>
            </a:r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12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86D2-F0B5-7235-1B5C-6FB07A9D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7. Using </a:t>
            </a:r>
            <a:r>
              <a:rPr lang="en-US" b="1" dirty="0" err="1"/>
              <a:t>InputBox</a:t>
            </a:r>
            <a:r>
              <a:rPr lang="en-US" b="1" dirty="0"/>
              <a:t> &amp; </a:t>
            </a:r>
            <a:r>
              <a:rPr lang="en-US" b="1" dirty="0" err="1"/>
              <a:t>MsgBox</a:t>
            </a:r>
            <a:br>
              <a:rPr lang="en-US" b="1" dirty="0"/>
            </a:br>
            <a:r>
              <a:rPr lang="en-US" b="1" dirty="0" err="1"/>
              <a:t>InputBox</a:t>
            </a:r>
            <a:r>
              <a:rPr lang="en-US" b="1" dirty="0"/>
              <a:t>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A874-0E4F-D653-3137-86EAFC549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EnterName</a:t>
            </a:r>
            <a:r>
              <a:rPr lang="en-US" dirty="0"/>
              <a:t>()</a:t>
            </a:r>
          </a:p>
          <a:p>
            <a:r>
              <a:rPr lang="en-US" dirty="0"/>
              <a:t>    Dim username As String</a:t>
            </a:r>
          </a:p>
          <a:p>
            <a:r>
              <a:rPr lang="en-US" dirty="0"/>
              <a:t>    username = </a:t>
            </a:r>
            <a:r>
              <a:rPr lang="en-US" dirty="0" err="1"/>
              <a:t>InputBox</a:t>
            </a:r>
            <a:r>
              <a:rPr lang="en-US" dirty="0"/>
              <a:t>("Enter your name")</a:t>
            </a:r>
          </a:p>
          <a:p>
            <a:r>
              <a:rPr lang="en-US" dirty="0"/>
              <a:t>    Range("A1").Value = username</a:t>
            </a:r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8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01F4-72CB-0EF0-3E40-8BAFC366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MsgBox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50393-C301-BD87-EEBC-CA5C6747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ShowMessage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"Task Completed Successfully!", </a:t>
            </a:r>
            <a:r>
              <a:rPr lang="en-US" dirty="0" err="1"/>
              <a:t>vbInformation</a:t>
            </a:r>
            <a:endParaRPr lang="en-US" dirty="0"/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85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09B5-5965-A758-8607-E329F8DD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Using Loops in Macros</a:t>
            </a:r>
            <a:br>
              <a:rPr lang="en-US" b="1" dirty="0"/>
            </a:br>
            <a:r>
              <a:rPr lang="en-US" b="1" dirty="0"/>
              <a:t>For Loop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3F4D-810D-A3A1-5487-5E626F2B0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NumberRows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Integer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10</a:t>
            </a:r>
          </a:p>
          <a:p>
            <a:r>
              <a:rPr lang="en-US" dirty="0"/>
              <a:t>        Cells(</a:t>
            </a:r>
            <a:r>
              <a:rPr lang="en-US" dirty="0" err="1"/>
              <a:t>i</a:t>
            </a:r>
            <a:r>
              <a:rPr lang="en-US" dirty="0"/>
              <a:t>, 1).Value =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6052-CFEC-B7EA-9672-EE406B9E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9. Conditional Statements</a:t>
            </a:r>
            <a:br>
              <a:rPr lang="en-US" b="1" dirty="0"/>
            </a:br>
            <a:r>
              <a:rPr lang="en-US" b="1" dirty="0"/>
              <a:t>IF Statement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382B-688C-599A-DD2C-51077FDF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 </a:t>
            </a:r>
            <a:r>
              <a:rPr lang="en-US" dirty="0" err="1"/>
              <a:t>CheckMarks</a:t>
            </a:r>
            <a:r>
              <a:rPr lang="en-US" dirty="0"/>
              <a:t>()</a:t>
            </a:r>
          </a:p>
          <a:p>
            <a:r>
              <a:rPr lang="en-US" dirty="0"/>
              <a:t>    If Range("B2").Value &gt;= 50 Then</a:t>
            </a:r>
          </a:p>
          <a:p>
            <a:r>
              <a:rPr lang="en-US" dirty="0"/>
              <a:t>        Range("C2").Value = "Pass"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Range("C2").Value = "Fail"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End 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51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5EF4-F646-1655-EAF8-A090A0A7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3BA65-0475-791B-7939-E816730E0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10. Assigning Macro to a Button</a:t>
            </a:r>
          </a:p>
          <a:p>
            <a:r>
              <a:rPr lang="en-US" dirty="0"/>
              <a:t>Insert → Shape / Button</a:t>
            </a:r>
          </a:p>
          <a:p>
            <a:r>
              <a:rPr lang="en-US" dirty="0"/>
              <a:t>Right-click → Assign Macro</a:t>
            </a:r>
          </a:p>
          <a:p>
            <a:r>
              <a:rPr lang="en-US" dirty="0"/>
              <a:t>Select Macro</a:t>
            </a:r>
          </a:p>
          <a:p>
            <a:r>
              <a:rPr lang="en-US" dirty="0"/>
              <a:t>Click OK</a:t>
            </a:r>
          </a:p>
          <a:p>
            <a:r>
              <a:rPr lang="en-US" dirty="0"/>
              <a:t>📌 Enables user-friendly automation.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01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0432-60DB-9010-E34C-2F3889A5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0CFB-3AAF-F1CE-492A-B9C73E89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11. Practical Office Applications</a:t>
            </a:r>
          </a:p>
          <a:p>
            <a:r>
              <a:rPr lang="en-US" dirty="0"/>
              <a:t>Payroll automation</a:t>
            </a:r>
          </a:p>
          <a:p>
            <a:r>
              <a:rPr lang="en-US" dirty="0"/>
              <a:t>Attendance systems</a:t>
            </a:r>
          </a:p>
          <a:p>
            <a:r>
              <a:rPr lang="en-US" dirty="0"/>
              <a:t>Invoice generation</a:t>
            </a:r>
          </a:p>
          <a:p>
            <a:r>
              <a:rPr lang="en-US" dirty="0"/>
              <a:t>Data cleaning &amp; formatting</a:t>
            </a:r>
          </a:p>
          <a:p>
            <a:r>
              <a:rPr lang="en-US" dirty="0"/>
              <a:t>Report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54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9EA1-099E-8E94-3DFA-12FBF34B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2622-2FD2-08E9-8679-C162FA555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12. Advantages &amp; Limitations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✔ Fast processing</a:t>
            </a:r>
            <a:br>
              <a:rPr lang="en-US" dirty="0"/>
            </a:br>
            <a:r>
              <a:rPr lang="en-US" dirty="0"/>
              <a:t>✔ Accuracy</a:t>
            </a:r>
            <a:br>
              <a:rPr lang="en-US" dirty="0"/>
            </a:br>
            <a:r>
              <a:rPr lang="en-US" dirty="0"/>
              <a:t>✔ Easy to reuse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✖ Security risks</a:t>
            </a:r>
            <a:br>
              <a:rPr lang="en-US" dirty="0"/>
            </a:br>
            <a:r>
              <a:rPr lang="en-US" dirty="0"/>
              <a:t>✖ Disabled by default</a:t>
            </a:r>
            <a:br>
              <a:rPr lang="en-US" dirty="0"/>
            </a:br>
            <a:r>
              <a:rPr lang="en-US" dirty="0"/>
              <a:t>✖ Requires basic programming 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996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174F-10D0-837A-FCDD-624E46F5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6DF5-551B-D449-BD70-E01C2CCD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13. Security Considerations</a:t>
            </a:r>
          </a:p>
          <a:p>
            <a:r>
              <a:rPr lang="en-US" dirty="0"/>
              <a:t>Enable macros only from trusted sources</a:t>
            </a:r>
          </a:p>
          <a:p>
            <a:r>
              <a:rPr lang="en-US" dirty="0"/>
              <a:t>Use digital signatures</a:t>
            </a:r>
          </a:p>
          <a:p>
            <a:r>
              <a:rPr lang="en-US" dirty="0"/>
              <a:t>Avoid unknown macro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6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B08F-5F5A-DE02-9E77-6D104B7D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13F4-D0E6-BA7B-7BAA-EE4868548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14. Summary</a:t>
            </a:r>
          </a:p>
          <a:p>
            <a:r>
              <a:rPr lang="en-US" dirty="0"/>
              <a:t>Excel Macros automate repetitive tasks using VBA. They are powerful tools for </a:t>
            </a:r>
            <a:r>
              <a:rPr lang="en-US" b="1" dirty="0"/>
              <a:t>office automation, data processing, and report generation</a:t>
            </a:r>
            <a:r>
              <a:rPr lang="en-US" dirty="0"/>
              <a:t>, especially in administrative and business environments.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📝 Exam-Oriented Questions</a:t>
            </a:r>
          </a:p>
          <a:p>
            <a:r>
              <a:rPr lang="en-US" dirty="0"/>
              <a:t>Define macro in MS Excel.</a:t>
            </a:r>
          </a:p>
          <a:p>
            <a:r>
              <a:rPr lang="en-US" dirty="0"/>
              <a:t>Differentiate recorded and written macros.</a:t>
            </a:r>
          </a:p>
          <a:p>
            <a:r>
              <a:rPr lang="en-US" dirty="0"/>
              <a:t>Write a VBA macro to clear data.</a:t>
            </a:r>
          </a:p>
          <a:p>
            <a:r>
              <a:rPr lang="en-US" dirty="0"/>
              <a:t>Explain advantages of macros.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30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5E3D-3B47-E45E-4440-8E885EDC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CFE6-F417-C836-BBBD-6B6B8F97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🧪 Lab Assignment</a:t>
            </a:r>
          </a:p>
          <a:p>
            <a:r>
              <a:rPr lang="en-US" b="1" dirty="0"/>
              <a:t>Task:</a:t>
            </a:r>
            <a:br>
              <a:rPr lang="en-US" dirty="0"/>
            </a:br>
            <a:r>
              <a:rPr lang="en-US" dirty="0"/>
              <a:t>Create an </a:t>
            </a:r>
            <a:r>
              <a:rPr lang="en-US" b="1" dirty="0"/>
              <a:t>Excel-based Student Result System</a:t>
            </a:r>
            <a:r>
              <a:rPr lang="en-US" dirty="0"/>
              <a:t> that:</a:t>
            </a:r>
          </a:p>
          <a:p>
            <a:r>
              <a:rPr lang="en-US" dirty="0"/>
              <a:t>Accepts marks</a:t>
            </a:r>
          </a:p>
          <a:p>
            <a:r>
              <a:rPr lang="en-US" dirty="0"/>
              <a:t>Calculates total &amp; percentage</a:t>
            </a:r>
          </a:p>
          <a:p>
            <a:r>
              <a:rPr lang="en-US" dirty="0"/>
              <a:t>Displays Pass/Fail using macros</a:t>
            </a:r>
          </a:p>
          <a:p>
            <a:r>
              <a:rPr lang="en-US" dirty="0"/>
              <a:t>Uses buttons for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7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636</Words>
  <Application>Microsoft Office PowerPoint</Application>
  <PresentationFormat>Widescreen</PresentationFormat>
  <Paragraphs>111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📊 MS Excel Practical: Macros &amp; VBA</vt:lpstr>
      <vt:lpstr>1. Introduction to Macros </vt:lpstr>
      <vt:lpstr>2. Enabling Developer Tab </vt:lpstr>
      <vt:lpstr>3. Recording a Macro (Practical) </vt:lpstr>
      <vt:lpstr>PowerPoint Presentation</vt:lpstr>
      <vt:lpstr>PowerPoint Presentation</vt:lpstr>
      <vt:lpstr>5. Writing a Simple Macro (Manual) Example: Auto Fill Date </vt:lpstr>
      <vt:lpstr>6. Practical Macros Examples 6.1 Auto Format Report </vt:lpstr>
      <vt:lpstr>6.2 Clear Data Button</vt:lpstr>
      <vt:lpstr>6.3 Calculate Total Automatically</vt:lpstr>
      <vt:lpstr>7. Using InputBox &amp; MsgBox InputBox Example </vt:lpstr>
      <vt:lpstr>MsgBox Example</vt:lpstr>
      <vt:lpstr>8. Using Loops in Macros For Loop Example </vt:lpstr>
      <vt:lpstr>9. Conditional Statements IF Statement 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32</cp:revision>
  <dcterms:created xsi:type="dcterms:W3CDTF">2026-01-21T08:53:12Z</dcterms:created>
  <dcterms:modified xsi:type="dcterms:W3CDTF">2026-01-21T08:57:27Z</dcterms:modified>
</cp:coreProperties>
</file>
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Introduction to Computing - Week 1 Lecture II &amp; Practicals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dirty="0">
                <a:solidFill>
                  <a:srgbClr val="000000"/>
                </a:solidFill>
                <a:latin typeface="Calibri"/>
              </a:rPr>
              <a:t>Topic: Types of Computers &amp; ICT Overview</a:t>
            </a:r>
          </a:p>
          <a:p>
            <a:r>
              <a:rPr sz="2000" dirty="0">
                <a:solidFill>
                  <a:srgbClr val="000000"/>
                </a:solidFill>
                <a:latin typeface="Calibri"/>
              </a:rPr>
              <a:t>Instructor: Sir Adnan Majeed</a:t>
            </a:r>
          </a:p>
          <a:p>
            <a:r>
              <a:rPr sz="2000" dirty="0">
                <a:solidFill>
                  <a:srgbClr val="000000"/>
                </a:solidFill>
                <a:latin typeface="Calibri"/>
              </a:rPr>
              <a:t>Institution: 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Lahore </a:t>
            </a:r>
            <a:r>
              <a:rPr lang="en-US" sz="2000">
                <a:solidFill>
                  <a:srgbClr val="000000"/>
                </a:solidFill>
                <a:latin typeface="Calibri"/>
              </a:rPr>
              <a:t>Leads University, GC University </a:t>
            </a:r>
            <a:endParaRPr sz="2000" dirty="0">
              <a:solidFill>
                <a:srgbClr val="000000"/>
              </a:solidFill>
              <a:latin typeface="Calibri"/>
            </a:endParaRPr>
          </a:p>
          <a:p>
            <a:r>
              <a:rPr sz="2000" dirty="0">
                <a:solidFill>
                  <a:srgbClr val="000000"/>
                </a:solidFill>
                <a:latin typeface="Calibri"/>
              </a:rPr>
              <a:t>Semester: BSCS 1st Semester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Lecture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0000"/>
                </a:solidFill>
                <a:latin typeface="Calibri"/>
              </a:rPr>
              <a:t>• Identify different types of computers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• Understand computer hardware &amp; software basics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• Learn ICT platforms, networks, and storage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• Explore ICT applications in modern industries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Classification of Computers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0000"/>
                </a:solidFill>
                <a:latin typeface="Calibri"/>
              </a:rPr>
              <a:t>Based on size, performance, and purpose: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1. Microcomputers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2. Minicomputers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3. Mainframes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4. Supercomputers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5. Embedded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Microcomputers (Personal Computers)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0000"/>
                </a:solidFill>
                <a:latin typeface="Calibri"/>
              </a:rPr>
              <a:t>• Small, single-user computers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• Examples: Desktops, Laptops, Tablets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• Common uses: Office work, study, programming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Minicomputers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0000"/>
                </a:solidFill>
                <a:latin typeface="Calibri"/>
              </a:rPr>
              <a:t>• Multi-user systems for small businesses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• Example: DEC PDP series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• Support 10–100 users simultaneously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Mainframe Computers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0000"/>
                </a:solidFill>
                <a:latin typeface="Calibri"/>
              </a:rPr>
              <a:t>• Large-scale systems used by banks, airlines, governments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• Handle massive data processing &amp; transactions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Supercomputers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0000"/>
                </a:solidFill>
                <a:latin typeface="Calibri"/>
              </a:rPr>
              <a:t>• Fastest, most powerful systems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• Used in research, simulations, weather forecasting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• Examples: IBM Summit, Cray systems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Embedded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0000"/>
                </a:solidFill>
                <a:latin typeface="Calibri"/>
              </a:rPr>
              <a:t>• Computers embedded within machines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• Perform specific real-time tasks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• Examples: ATMs, Cars, Smart TVs, Washing Machines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Practical-I: Basics of Hardware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0000"/>
                </a:solidFill>
                <a:latin typeface="Calibri"/>
              </a:rPr>
              <a:t>Hardware = Physical components of a computer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Examples: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• Input Devices (Keyboard, Mouse)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• Output Devices (Monitor, Printer)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• Storage Devices (SSD, HDD)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• Processing Devices (CPU, GPU, Motherboard)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Internal Hardware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0000"/>
                </a:solidFill>
                <a:latin typeface="Calibri"/>
              </a:rPr>
              <a:t>• Motherboard – main circuit board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• CPU – performs processing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• RAM/ROM – memory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• Power Supply – provides power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• Expansion Cards – graphics, network, sound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Practical-II: Software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0000"/>
                </a:solidFill>
                <a:latin typeface="Calibri"/>
              </a:rPr>
              <a:t>Software = Instructions for hardware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Types: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1. System Software (Windows, Linux)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2. Application Software (MS Word, Photoshop)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3. Utility Software (Antivirus, Backup Tools)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ICT Platforms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0000"/>
                </a:solidFill>
                <a:latin typeface="Calibri"/>
              </a:rPr>
              <a:t>• Desktop: Windows, macOS, Linux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• Mobile: Android, iOS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• Cloud: AWS, Google Cloud, Microsoft Azure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0000"/>
                </a:solidFill>
                <a:latin typeface="Calibri"/>
              </a:rPr>
              <a:t>Interconnection of computers to share data/resources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Types: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• LAN (Local)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• MAN (Metropolitan)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• WAN (Wide)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Examples: Internet, Intranet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0000"/>
                </a:solidFill>
                <a:latin typeface="Calibri"/>
              </a:rPr>
              <a:t>Local Storage: Hard Drives, USBs, SSDs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Cloud Storage: Google Drive, OneDrive, Dropbox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Benefits: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• Accessibility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• Backup &amp; Recovery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• Cost Efficiency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Practical-III: Scope of ICT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0000"/>
                </a:solidFill>
                <a:latin typeface="Calibri"/>
              </a:rPr>
              <a:t>ICT is transforming sectors: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• Education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• Business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• Governance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• Healthcare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• Digital Media &amp; Entertainment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ICT in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0000"/>
                </a:solidFill>
                <a:latin typeface="Calibri"/>
              </a:rPr>
              <a:t>• Online learning (Coursera, Google Classroom)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• Smart classrooms, digital libraries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• Virtual labs, LMS systems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ICT in Business &amp;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0000"/>
                </a:solidFill>
                <a:latin typeface="Calibri"/>
              </a:rPr>
              <a:t>Business: E-commerce, CRM, ERP systems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Governance: E-Government portals, Smart Cities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Digital record keeping &amp; automation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ICT in Healthcare, Media &amp; Entertainment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0000"/>
                </a:solidFill>
                <a:latin typeface="Calibri"/>
              </a:rPr>
              <a:t>Healthcare: Telemedicine, EHR systems, Wearable Devices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Digital Media: YouTube, TikTok, Social Marketing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Entertainment: OTT platforms, Gaming, VR/AR experiences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527</Words>
  <Application>Microsoft Office PowerPoint</Application>
  <PresentationFormat>Widescreen</PresentationFormat>
  <Paragraphs>92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Introduction to Computing - Week 1 Lecture II &amp; Practicals</vt:lpstr>
      <vt:lpstr>Lecture Objectives</vt:lpstr>
      <vt:lpstr>Classification of Computers</vt:lpstr>
      <vt:lpstr>Microcomputers (Personal Computers)</vt:lpstr>
      <vt:lpstr>Minicomputers</vt:lpstr>
      <vt:lpstr>Mainframe Computers</vt:lpstr>
      <vt:lpstr>Supercomputers</vt:lpstr>
      <vt:lpstr>Embedded Systems</vt:lpstr>
      <vt:lpstr>Practical-I: Basics of Hardware</vt:lpstr>
      <vt:lpstr>Internal Hardware Components</vt:lpstr>
      <vt:lpstr>Practical-II: Software Concepts</vt:lpstr>
      <vt:lpstr>ICT Platforms</vt:lpstr>
      <vt:lpstr>Networks</vt:lpstr>
      <vt:lpstr>Data Storage</vt:lpstr>
      <vt:lpstr>Practical-III: Scope of ICT</vt:lpstr>
      <vt:lpstr>ICT in Education</vt:lpstr>
      <vt:lpstr>ICT in Business &amp; Governance</vt:lpstr>
      <vt:lpstr>ICT in Healthcare, Media &amp; Entertainment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Hp</cp:lastModifiedBy>
  <cp:revision>2</cp:revision>
  <dcterms:created xsi:type="dcterms:W3CDTF">2013-01-27T09:14:16Z</dcterms:created>
  <dcterms:modified xsi:type="dcterms:W3CDTF">2025-11-11T07:28:05Z</dcterms:modified>
  <cp:category/>
</cp:coreProperties>
</file>
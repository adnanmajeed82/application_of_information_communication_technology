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68" r:id="rId5"/>
    <p:sldId id="269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70" r:id="rId14"/>
    <p:sldId id="271" r:id="rId15"/>
    <p:sldId id="265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6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FF8D9-3D95-A9B2-CB5F-44757EDB1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2036E5-1DF3-120A-E069-54CC43EB13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F48F2-7B4D-E368-C847-8AF17EC12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A8BDB-EB4F-4F25-A2EC-665AB659893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DAA77-1599-D6BE-1962-CD793D6C0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0305F-535F-FE3A-2335-5A054D504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5EC99-5EAA-4B50-A7B3-07108283E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590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70A23-057C-03D5-E42B-9FA18FD57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6C7EC-9693-E45F-1F2C-1B73EADE4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AA237-45ED-CB72-CD7A-2D3502D1F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A8BDB-EB4F-4F25-A2EC-665AB659893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B2803-7E3E-7825-0AD6-88FA8BCFF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1D0A7-0FB2-8516-5B29-B85F273B4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5EC99-5EAA-4B50-A7B3-07108283E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91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CD0CD-2B9F-8629-3132-2939F6206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85BA0-30AB-2DB0-41B6-2EF105396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DD7A0-F67D-73E5-95FD-CC90C6017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A8BDB-EB4F-4F25-A2EC-665AB659893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69CC4-64DB-ADFA-EE53-84EDB9BA2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B6527-D399-8EF7-785D-FC02FA921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5EC99-5EAA-4B50-A7B3-07108283E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07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F5B67-F567-D285-F3A5-223ED3CBF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127E9-ACD0-45FD-8803-EDE0140FE6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2C2709-DF66-D52C-D6D5-819E4C2C2C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DFB93-476A-91DA-B34A-D62C80F4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A8BDB-EB4F-4F25-A2EC-665AB659893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F21488-3030-A787-B16A-2ECCA95AA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15BE5-8B66-B991-2D8C-5DEC53A86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5EC99-5EAA-4B50-A7B3-07108283E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258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61A75-0797-2D59-2B8F-B70B54378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0E772-F753-9751-7F73-4B2E7A23F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F9BBBC-8BA8-62BF-C0DA-B49587CDA7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D2CDB2-3F55-A190-7879-BB60990B9E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B32A9D-24F4-5F17-0C4C-5185E9635A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CCA37F-DD57-6EFD-7215-FDAD34AB8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A8BDB-EB4F-4F25-A2EC-665AB659893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4FE79-A0B6-3082-89D0-F6723F9B2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2BE198-6F1C-6467-A3E0-AE7E1F064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5EC99-5EAA-4B50-A7B3-07108283E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643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8B590-CDEC-E13B-B00F-EF1052650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47FC72-90B5-827E-394A-DA087DA80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A8BDB-EB4F-4F25-A2EC-665AB659893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1379AF-A114-133F-2473-834A15D1A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75696-78E2-0214-64EF-1A3000740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5EC99-5EAA-4B50-A7B3-07108283E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72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3A0B73-BB2E-620B-E3E0-792A4DEED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A8BDB-EB4F-4F25-A2EC-665AB659893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62D54F-49A5-0969-4EB3-7143ADAC2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2E6FC-2701-2046-FE9B-CA9B50DEC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5EC99-5EAA-4B50-A7B3-07108283E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682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7CA10-77BF-ECFF-4D5A-C9A08A7BA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50081-27B7-6931-70F9-C766DDF19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649F7-0687-A9A4-5123-00C6A08BF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465F6-9A86-7405-1D98-5DA79D09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A8BDB-EB4F-4F25-A2EC-665AB659893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4BB246-4499-8871-D21B-3D5C18205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384B35-EAC5-193B-1B47-8E421AAFE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5EC99-5EAA-4B50-A7B3-07108283E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530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AAB82-B799-FF8A-E95D-E187A034E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839671-80E9-E62B-4FC6-393C136BD0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09298-D20F-18F5-03F2-BDC88D06D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A3592F-0E1E-8C8A-50EA-47703354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A8BDB-EB4F-4F25-A2EC-665AB659893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6C0BE9-C5A7-3EEB-CDC0-1BCB3AB49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41807E-2407-EFE7-C062-B7BFEFF54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5EC99-5EAA-4B50-A7B3-07108283E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666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34E97-7B7C-E8AF-27D0-74762EE17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4B57A9-0234-0EC4-B347-26A39AC3ED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EB873-2CB4-6B9B-597E-3EA707AC2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A8BDB-EB4F-4F25-A2EC-665AB659893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84797-4095-122B-2A28-5B1957C56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DC731-C0FC-EE3F-571F-D573EF7F1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5EC99-5EAA-4B50-A7B3-07108283E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443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05551D-5A0F-CB45-0325-764DBB93B7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BB4065-8A6A-73B9-B112-9E4EF466CA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9C268-F2A8-403E-6551-7F9A2ED5A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A8BDB-EB4F-4F25-A2EC-665AB659893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F49E1-E591-E897-D474-2692BB446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3A14C-CAEB-0361-A769-B5D0C4188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5EC99-5EAA-4B50-A7B3-07108283E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210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9CA433-2652-AD16-6292-29234E7DB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7BF87-DF20-B37B-7FA9-3A5C0C523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1BCCC-C834-F3AE-64F5-8AAB5248F5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0A8BDB-EB4F-4F25-A2EC-665AB659893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86A0A-A3CC-42B9-AAFE-A43D7A45F0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EA87F-14A3-2519-F0E7-E9F86C06F5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5EC99-5EAA-4B50-A7B3-07108283E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760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C22C1-38E0-D9B7-3696-5A6800B72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Student Learning Management System (LMS)</a:t>
            </a:r>
            <a:r>
              <a:rPr lang="en-US" dirty="0"/>
              <a:t> using </a:t>
            </a:r>
            <a:r>
              <a:rPr lang="en-US" b="1" dirty="0"/>
              <a:t>Python (Django ORM)</a:t>
            </a:r>
            <a:r>
              <a:rPr lang="en-US" dirty="0"/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C13236-4174-DFBC-5887-41E25BD777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</a:t>
            </a:r>
          </a:p>
          <a:p>
            <a:r>
              <a:rPr lang="en-US" dirty="0"/>
              <a:t>Adnan Majeed</a:t>
            </a:r>
          </a:p>
          <a:p>
            <a:r>
              <a:rPr lang="en-US" dirty="0"/>
              <a:t>Data Scientist &amp; Researcher </a:t>
            </a:r>
          </a:p>
        </p:txBody>
      </p:sp>
    </p:spTree>
    <p:extLst>
      <p:ext uri="{BB962C8B-B14F-4D97-AF65-F5344CB8AC3E}">
        <p14:creationId xmlns:p14="http://schemas.microsoft.com/office/powerpoint/2010/main" val="1573918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ED9DA-3C1C-A68C-7B0B-DE813C08B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📁 App Structure (recommended)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D8FC5-A056-6936-840F-873B8A6D3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lms</a:t>
            </a:r>
            <a:r>
              <a:rPr lang="en-US" dirty="0"/>
              <a:t>/</a:t>
            </a:r>
          </a:p>
          <a:p>
            <a:r>
              <a:rPr lang="en-US" dirty="0"/>
              <a:t> ├── models.py</a:t>
            </a:r>
          </a:p>
          <a:p>
            <a:r>
              <a:rPr lang="en-US" dirty="0"/>
              <a:t> ├── admin.py</a:t>
            </a:r>
          </a:p>
          <a:p>
            <a:r>
              <a:rPr lang="en-US" dirty="0"/>
              <a:t> ├── views.py</a:t>
            </a:r>
          </a:p>
          <a:p>
            <a:r>
              <a:rPr lang="en-US" dirty="0"/>
              <a:t> ├── serializers.py (optional – DRF)</a:t>
            </a:r>
          </a:p>
          <a:p>
            <a:r>
              <a:rPr lang="en-US" dirty="0"/>
              <a:t> └── migrations/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711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4AAD8-6337-5338-BD69-EDB0D4B5D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🚀 1. Project Start &amp; Setup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C5D17-19D3-DDD7-608F-9AD98D0DF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🔹 Create Virtual Environment</a:t>
            </a:r>
          </a:p>
          <a:p>
            <a:r>
              <a:rPr lang="en-US" dirty="0"/>
              <a:t>python -m </a:t>
            </a:r>
            <a:r>
              <a:rPr lang="en-US" dirty="0" err="1"/>
              <a:t>venv</a:t>
            </a:r>
            <a:r>
              <a:rPr lang="en-US" dirty="0"/>
              <a:t> </a:t>
            </a:r>
            <a:r>
              <a:rPr lang="en-US" dirty="0" err="1"/>
              <a:t>venv</a:t>
            </a:r>
            <a:endParaRPr lang="en-US" dirty="0"/>
          </a:p>
          <a:p>
            <a:r>
              <a:rPr lang="en-US" b="1" dirty="0"/>
              <a:t>🔹 Activate Virtual Environment</a:t>
            </a:r>
          </a:p>
          <a:p>
            <a:r>
              <a:rPr lang="en-US" b="1" dirty="0"/>
              <a:t>Windows</a:t>
            </a:r>
            <a:endParaRPr lang="en-US" dirty="0"/>
          </a:p>
          <a:p>
            <a:r>
              <a:rPr lang="en-US" dirty="0" err="1"/>
              <a:t>venv</a:t>
            </a:r>
            <a:r>
              <a:rPr lang="en-US" dirty="0"/>
              <a:t>\Scripts\activate</a:t>
            </a:r>
          </a:p>
          <a:p>
            <a:r>
              <a:rPr lang="en-US" b="1" dirty="0"/>
              <a:t>🔹 Install Required Packages</a:t>
            </a:r>
          </a:p>
          <a:p>
            <a:r>
              <a:rPr lang="en-US" dirty="0"/>
              <a:t>pip install </a:t>
            </a:r>
            <a:r>
              <a:rPr lang="en-US" dirty="0" err="1"/>
              <a:t>django</a:t>
            </a:r>
            <a:r>
              <a:rPr lang="en-US" dirty="0"/>
              <a:t> </a:t>
            </a:r>
            <a:r>
              <a:rPr lang="en-US" dirty="0" err="1"/>
              <a:t>djangorestframework</a:t>
            </a:r>
            <a:r>
              <a:rPr lang="en-US" dirty="0"/>
              <a:t> pillow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170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0B68F-28E9-A1F0-7424-624A1422A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99D88-0D65-7A86-A6DF-A208B7CEC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Create Django Project</a:t>
            </a:r>
          </a:p>
          <a:p>
            <a:r>
              <a:rPr lang="en-US" dirty="0" err="1"/>
              <a:t>django</a:t>
            </a:r>
            <a:r>
              <a:rPr lang="en-US" dirty="0"/>
              <a:t>-admin </a:t>
            </a:r>
            <a:r>
              <a:rPr lang="en-US" dirty="0" err="1"/>
              <a:t>startproject</a:t>
            </a:r>
            <a:r>
              <a:rPr lang="en-US" dirty="0"/>
              <a:t> </a:t>
            </a:r>
            <a:r>
              <a:rPr lang="en-US" dirty="0" err="1"/>
              <a:t>lms_project</a:t>
            </a:r>
            <a:endParaRPr lang="en-US" dirty="0"/>
          </a:p>
          <a:p>
            <a:r>
              <a:rPr lang="en-US" dirty="0"/>
              <a:t>cd </a:t>
            </a:r>
            <a:r>
              <a:rPr lang="en-US" dirty="0" err="1"/>
              <a:t>lms_project</a:t>
            </a:r>
            <a:endParaRPr lang="en-US" dirty="0"/>
          </a:p>
          <a:p>
            <a:r>
              <a:rPr lang="en-US" b="1" dirty="0"/>
              <a:t>🔹 Create LMS App</a:t>
            </a:r>
          </a:p>
          <a:p>
            <a:r>
              <a:rPr lang="en-US" dirty="0"/>
              <a:t>python manage.py </a:t>
            </a:r>
            <a:r>
              <a:rPr lang="en-US" dirty="0" err="1"/>
              <a:t>startapp</a:t>
            </a:r>
            <a:r>
              <a:rPr lang="en-US" dirty="0"/>
              <a:t> </a:t>
            </a:r>
            <a:r>
              <a:rPr lang="en-US" dirty="0" err="1"/>
              <a:t>lms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967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F2118-879F-8122-74F6-294D39DE1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Settings.py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AFF7F-F7BA-D897-FDE4-2F576A273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INSTALLED_APPS = [</a:t>
            </a:r>
          </a:p>
          <a:p>
            <a:r>
              <a:rPr lang="en-US" dirty="0"/>
              <a:t>    '</a:t>
            </a:r>
            <a:r>
              <a:rPr lang="en-US" dirty="0" err="1"/>
              <a:t>django.contrib.admin</a:t>
            </a:r>
            <a:r>
              <a:rPr lang="en-US" dirty="0"/>
              <a:t>',</a:t>
            </a:r>
          </a:p>
          <a:p>
            <a:r>
              <a:rPr lang="en-US" dirty="0"/>
              <a:t>    '</a:t>
            </a:r>
            <a:r>
              <a:rPr lang="en-US" dirty="0" err="1"/>
              <a:t>django.contrib.auth</a:t>
            </a:r>
            <a:r>
              <a:rPr lang="en-US" dirty="0"/>
              <a:t>',</a:t>
            </a:r>
          </a:p>
          <a:p>
            <a:r>
              <a:rPr lang="en-US" dirty="0"/>
              <a:t>    '</a:t>
            </a:r>
            <a:r>
              <a:rPr lang="en-US" dirty="0" err="1"/>
              <a:t>django.contrib.contenttypes</a:t>
            </a:r>
            <a:r>
              <a:rPr lang="en-US" dirty="0"/>
              <a:t>',</a:t>
            </a:r>
          </a:p>
          <a:p>
            <a:r>
              <a:rPr lang="en-US" dirty="0"/>
              <a:t>    '</a:t>
            </a:r>
            <a:r>
              <a:rPr lang="en-US" dirty="0" err="1"/>
              <a:t>django.contrib.sessions</a:t>
            </a:r>
            <a:r>
              <a:rPr lang="en-US" dirty="0"/>
              <a:t>',</a:t>
            </a:r>
          </a:p>
          <a:p>
            <a:r>
              <a:rPr lang="en-US" dirty="0"/>
              <a:t>    '</a:t>
            </a:r>
            <a:r>
              <a:rPr lang="en-US" dirty="0" err="1"/>
              <a:t>django.contrib.messages</a:t>
            </a:r>
            <a:r>
              <a:rPr lang="en-US" dirty="0"/>
              <a:t>',</a:t>
            </a:r>
          </a:p>
          <a:p>
            <a:r>
              <a:rPr lang="en-US" dirty="0"/>
              <a:t>    '</a:t>
            </a:r>
            <a:r>
              <a:rPr lang="en-US" dirty="0" err="1"/>
              <a:t>django.contrib.staticfiles</a:t>
            </a:r>
            <a:r>
              <a:rPr lang="en-US" dirty="0"/>
              <a:t>',</a:t>
            </a:r>
          </a:p>
          <a:p>
            <a:r>
              <a:rPr lang="en-US" dirty="0"/>
              <a:t>    '</a:t>
            </a:r>
            <a:r>
              <a:rPr lang="en-US" dirty="0" err="1"/>
              <a:t>rest_framework</a:t>
            </a:r>
            <a:r>
              <a:rPr lang="en-US" dirty="0"/>
              <a:t>',</a:t>
            </a:r>
          </a:p>
          <a:p>
            <a:r>
              <a:rPr lang="en-US" dirty="0"/>
              <a:t>    '</a:t>
            </a:r>
            <a:r>
              <a:rPr lang="en-US" dirty="0" err="1"/>
              <a:t>lms</a:t>
            </a:r>
            <a:r>
              <a:rPr lang="en-US" dirty="0"/>
              <a:t>',</a:t>
            </a:r>
          </a:p>
          <a:p>
            <a:r>
              <a:rPr lang="en-US" dirty="0"/>
              <a:t>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911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1F806-B974-9E23-3DAA-7CEA3257D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🧑‍🎓 Student Profile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E0C67-AE0A-5F0A-DA5F-19987B140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from </a:t>
            </a:r>
            <a:r>
              <a:rPr lang="en-US" dirty="0" err="1"/>
              <a:t>django.db</a:t>
            </a:r>
            <a:r>
              <a:rPr lang="en-US" dirty="0"/>
              <a:t> import models</a:t>
            </a:r>
          </a:p>
          <a:p>
            <a:r>
              <a:rPr lang="en-US" dirty="0"/>
              <a:t>from </a:t>
            </a:r>
            <a:r>
              <a:rPr lang="en-US" dirty="0" err="1"/>
              <a:t>django.contrib.auth.models</a:t>
            </a:r>
            <a:r>
              <a:rPr lang="en-US" dirty="0"/>
              <a:t> import User</a:t>
            </a:r>
          </a:p>
          <a:p>
            <a:endParaRPr lang="en-US" dirty="0"/>
          </a:p>
          <a:p>
            <a:r>
              <a:rPr lang="en-US" dirty="0"/>
              <a:t>class Student(</a:t>
            </a:r>
            <a:r>
              <a:rPr lang="en-US" dirty="0" err="1"/>
              <a:t>models.Model</a:t>
            </a:r>
            <a:r>
              <a:rPr lang="en-US" dirty="0"/>
              <a:t>):</a:t>
            </a:r>
          </a:p>
          <a:p>
            <a:r>
              <a:rPr lang="en-US" dirty="0"/>
              <a:t>    user = </a:t>
            </a:r>
            <a:r>
              <a:rPr lang="en-US" dirty="0" err="1"/>
              <a:t>models.OneToOneField</a:t>
            </a:r>
            <a:r>
              <a:rPr lang="en-US" dirty="0"/>
              <a:t>(User, </a:t>
            </a:r>
            <a:r>
              <a:rPr lang="en-US" dirty="0" err="1"/>
              <a:t>on_delete</a:t>
            </a:r>
            <a:r>
              <a:rPr lang="en-US" dirty="0"/>
              <a:t>=</a:t>
            </a:r>
            <a:r>
              <a:rPr lang="en-US" dirty="0" err="1"/>
              <a:t>models.CASCADE</a:t>
            </a:r>
            <a:r>
              <a:rPr lang="en-US" dirty="0"/>
              <a:t>)</a:t>
            </a:r>
          </a:p>
          <a:p>
            <a:r>
              <a:rPr lang="en-US" dirty="0"/>
              <a:t>    </a:t>
            </a:r>
            <a:r>
              <a:rPr lang="en-US" dirty="0" err="1"/>
              <a:t>roll_no</a:t>
            </a:r>
            <a:r>
              <a:rPr lang="en-US" dirty="0"/>
              <a:t> = </a:t>
            </a:r>
            <a:r>
              <a:rPr lang="en-US" dirty="0" err="1"/>
              <a:t>models.CharField</a:t>
            </a:r>
            <a:r>
              <a:rPr lang="en-US" dirty="0"/>
              <a:t>(</a:t>
            </a:r>
            <a:r>
              <a:rPr lang="en-US" dirty="0" err="1"/>
              <a:t>max_length</a:t>
            </a:r>
            <a:r>
              <a:rPr lang="en-US" dirty="0"/>
              <a:t>=20, unique=True)</a:t>
            </a:r>
          </a:p>
          <a:p>
            <a:r>
              <a:rPr lang="en-US" dirty="0"/>
              <a:t>    department = </a:t>
            </a:r>
            <a:r>
              <a:rPr lang="en-US" dirty="0" err="1"/>
              <a:t>models.CharField</a:t>
            </a:r>
            <a:r>
              <a:rPr lang="en-US" dirty="0"/>
              <a:t>(</a:t>
            </a:r>
            <a:r>
              <a:rPr lang="en-US" dirty="0" err="1"/>
              <a:t>max_length</a:t>
            </a:r>
            <a:r>
              <a:rPr lang="en-US" dirty="0"/>
              <a:t>=100)</a:t>
            </a:r>
          </a:p>
          <a:p>
            <a:r>
              <a:rPr lang="en-US" dirty="0"/>
              <a:t>    semester = </a:t>
            </a:r>
            <a:r>
              <a:rPr lang="en-US" dirty="0" err="1"/>
              <a:t>models.IntegerField</a:t>
            </a:r>
            <a:r>
              <a:rPr lang="en-US" dirty="0"/>
              <a:t>()</a:t>
            </a:r>
          </a:p>
          <a:p>
            <a:r>
              <a:rPr lang="en-US" dirty="0"/>
              <a:t>    </a:t>
            </a:r>
            <a:r>
              <a:rPr lang="en-US" dirty="0" err="1"/>
              <a:t>enrollment_date</a:t>
            </a:r>
            <a:r>
              <a:rPr lang="en-US" dirty="0"/>
              <a:t> = </a:t>
            </a:r>
            <a:r>
              <a:rPr lang="en-US" dirty="0" err="1"/>
              <a:t>models.DateField</a:t>
            </a:r>
            <a:r>
              <a:rPr lang="en-US" dirty="0"/>
              <a:t>(</a:t>
            </a:r>
            <a:r>
              <a:rPr lang="en-US" dirty="0" err="1"/>
              <a:t>auto_now_add</a:t>
            </a:r>
            <a:r>
              <a:rPr lang="en-US" dirty="0"/>
              <a:t>=True)</a:t>
            </a:r>
          </a:p>
          <a:p>
            <a:endParaRPr lang="en-US" dirty="0"/>
          </a:p>
          <a:p>
            <a:r>
              <a:rPr lang="en-US" dirty="0"/>
              <a:t>    def __str__(self):</a:t>
            </a:r>
          </a:p>
          <a:p>
            <a:r>
              <a:rPr lang="en-US" dirty="0"/>
              <a:t>        return </a:t>
            </a:r>
            <a:r>
              <a:rPr lang="en-US" dirty="0" err="1"/>
              <a:t>self.roll_no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228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E840A-8D6D-6767-E14B-9BC925DF2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📚 Course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6213E-5CD1-7FAE-AD20-F8406255E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Course(</a:t>
            </a:r>
            <a:r>
              <a:rPr lang="en-US" dirty="0" err="1"/>
              <a:t>models.Model</a:t>
            </a:r>
            <a:r>
              <a:rPr lang="en-US" dirty="0"/>
              <a:t>):</a:t>
            </a:r>
          </a:p>
          <a:p>
            <a:r>
              <a:rPr lang="en-US" dirty="0"/>
              <a:t>    </a:t>
            </a:r>
            <a:r>
              <a:rPr lang="en-US" dirty="0" err="1"/>
              <a:t>course_code</a:t>
            </a:r>
            <a:r>
              <a:rPr lang="en-US" dirty="0"/>
              <a:t> = </a:t>
            </a:r>
            <a:r>
              <a:rPr lang="en-US" dirty="0" err="1"/>
              <a:t>models.CharField</a:t>
            </a:r>
            <a:r>
              <a:rPr lang="en-US" dirty="0"/>
              <a:t>(</a:t>
            </a:r>
            <a:r>
              <a:rPr lang="en-US" dirty="0" err="1"/>
              <a:t>max_length</a:t>
            </a:r>
            <a:r>
              <a:rPr lang="en-US" dirty="0"/>
              <a:t>=10, unique=True)</a:t>
            </a:r>
          </a:p>
          <a:p>
            <a:r>
              <a:rPr lang="en-US" dirty="0"/>
              <a:t>    </a:t>
            </a:r>
            <a:r>
              <a:rPr lang="en-US" dirty="0" err="1"/>
              <a:t>course_name</a:t>
            </a:r>
            <a:r>
              <a:rPr lang="en-US" dirty="0"/>
              <a:t> = </a:t>
            </a:r>
            <a:r>
              <a:rPr lang="en-US" dirty="0" err="1"/>
              <a:t>models.CharField</a:t>
            </a:r>
            <a:r>
              <a:rPr lang="en-US" dirty="0"/>
              <a:t>(</a:t>
            </a:r>
            <a:r>
              <a:rPr lang="en-US" dirty="0" err="1"/>
              <a:t>max_length</a:t>
            </a:r>
            <a:r>
              <a:rPr lang="en-US" dirty="0"/>
              <a:t>=100)</a:t>
            </a:r>
          </a:p>
          <a:p>
            <a:r>
              <a:rPr lang="en-US" dirty="0"/>
              <a:t>    </a:t>
            </a:r>
            <a:r>
              <a:rPr lang="en-US" dirty="0" err="1"/>
              <a:t>credit_hours</a:t>
            </a:r>
            <a:r>
              <a:rPr lang="en-US" dirty="0"/>
              <a:t> = </a:t>
            </a:r>
            <a:r>
              <a:rPr lang="en-US" dirty="0" err="1"/>
              <a:t>models.IntegerField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    def __str__(self):</a:t>
            </a:r>
          </a:p>
          <a:p>
            <a:r>
              <a:rPr lang="en-US" dirty="0"/>
              <a:t>        return </a:t>
            </a:r>
            <a:r>
              <a:rPr lang="en-US" dirty="0" err="1"/>
              <a:t>self.course_name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644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F339D-8798-FE49-1882-128640BBA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📝 Assignment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3E9EE-BDFC-C2F3-0472-6E66F6B17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class Assignment(</a:t>
            </a:r>
            <a:r>
              <a:rPr lang="en-US" dirty="0" err="1"/>
              <a:t>models.Model</a:t>
            </a:r>
            <a:r>
              <a:rPr lang="en-US" dirty="0"/>
              <a:t>):</a:t>
            </a:r>
          </a:p>
          <a:p>
            <a:r>
              <a:rPr lang="en-US" dirty="0"/>
              <a:t>    student = </a:t>
            </a:r>
            <a:r>
              <a:rPr lang="en-US" dirty="0" err="1"/>
              <a:t>models.ForeignKey</a:t>
            </a:r>
            <a:r>
              <a:rPr lang="en-US" dirty="0"/>
              <a:t>(Student, </a:t>
            </a:r>
            <a:r>
              <a:rPr lang="en-US" dirty="0" err="1"/>
              <a:t>on_delete</a:t>
            </a:r>
            <a:r>
              <a:rPr lang="en-US" dirty="0"/>
              <a:t>=</a:t>
            </a:r>
            <a:r>
              <a:rPr lang="en-US" dirty="0" err="1"/>
              <a:t>models.CASCADE</a:t>
            </a:r>
            <a:r>
              <a:rPr lang="en-US" dirty="0"/>
              <a:t>)</a:t>
            </a:r>
          </a:p>
          <a:p>
            <a:r>
              <a:rPr lang="en-US" dirty="0"/>
              <a:t>    course = </a:t>
            </a:r>
            <a:r>
              <a:rPr lang="en-US" dirty="0" err="1"/>
              <a:t>models.ForeignKey</a:t>
            </a:r>
            <a:r>
              <a:rPr lang="en-US" dirty="0"/>
              <a:t>(Course, </a:t>
            </a:r>
            <a:r>
              <a:rPr lang="en-US" dirty="0" err="1"/>
              <a:t>on_delete</a:t>
            </a:r>
            <a:r>
              <a:rPr lang="en-US" dirty="0"/>
              <a:t>=</a:t>
            </a:r>
            <a:r>
              <a:rPr lang="en-US" dirty="0" err="1"/>
              <a:t>models.CASCADE</a:t>
            </a:r>
            <a:r>
              <a:rPr lang="en-US" dirty="0"/>
              <a:t>)</a:t>
            </a:r>
          </a:p>
          <a:p>
            <a:r>
              <a:rPr lang="en-US" dirty="0"/>
              <a:t>    title = </a:t>
            </a:r>
            <a:r>
              <a:rPr lang="en-US" dirty="0" err="1"/>
              <a:t>models.CharField</a:t>
            </a:r>
            <a:r>
              <a:rPr lang="en-US" dirty="0"/>
              <a:t>(</a:t>
            </a:r>
            <a:r>
              <a:rPr lang="en-US" dirty="0" err="1"/>
              <a:t>max_length</a:t>
            </a:r>
            <a:r>
              <a:rPr lang="en-US" dirty="0"/>
              <a:t>=100)</a:t>
            </a:r>
          </a:p>
          <a:p>
            <a:r>
              <a:rPr lang="en-US" dirty="0"/>
              <a:t>    </a:t>
            </a:r>
            <a:r>
              <a:rPr lang="en-US" dirty="0" err="1"/>
              <a:t>total_marks</a:t>
            </a:r>
            <a:r>
              <a:rPr lang="en-US" dirty="0"/>
              <a:t> = </a:t>
            </a:r>
            <a:r>
              <a:rPr lang="en-US" dirty="0" err="1"/>
              <a:t>models.FloatField</a:t>
            </a:r>
            <a:r>
              <a:rPr lang="en-US" dirty="0"/>
              <a:t>(default=100)</a:t>
            </a:r>
          </a:p>
          <a:p>
            <a:r>
              <a:rPr lang="en-US" dirty="0"/>
              <a:t>    </a:t>
            </a:r>
            <a:r>
              <a:rPr lang="en-US" dirty="0" err="1"/>
              <a:t>obtained_marks</a:t>
            </a:r>
            <a:r>
              <a:rPr lang="en-US" dirty="0"/>
              <a:t> = </a:t>
            </a:r>
            <a:r>
              <a:rPr lang="en-US" dirty="0" err="1"/>
              <a:t>models.FloatField</a:t>
            </a:r>
            <a:r>
              <a:rPr lang="en-US" dirty="0"/>
              <a:t>()</a:t>
            </a:r>
          </a:p>
          <a:p>
            <a:r>
              <a:rPr lang="en-US" dirty="0"/>
              <a:t>    </a:t>
            </a:r>
            <a:r>
              <a:rPr lang="en-US" dirty="0" err="1"/>
              <a:t>submission_date</a:t>
            </a:r>
            <a:r>
              <a:rPr lang="en-US" dirty="0"/>
              <a:t> = </a:t>
            </a:r>
            <a:r>
              <a:rPr lang="en-US" dirty="0" err="1"/>
              <a:t>models.DateField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    def __str__(self):</a:t>
            </a:r>
          </a:p>
          <a:p>
            <a:r>
              <a:rPr lang="en-US" dirty="0"/>
              <a:t>        return f"{</a:t>
            </a:r>
            <a:r>
              <a:rPr lang="en-US" dirty="0" err="1"/>
              <a:t>self.title</a:t>
            </a:r>
            <a:r>
              <a:rPr lang="en-US" dirty="0"/>
              <a:t>} - {</a:t>
            </a:r>
            <a:r>
              <a:rPr lang="en-US" dirty="0" err="1"/>
              <a:t>self.student.roll_no</a:t>
            </a:r>
            <a:r>
              <a:rPr lang="en-US" dirty="0"/>
              <a:t>}"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069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AECCB-35DF-1FE2-E5A7-EE430A628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❓ Quiz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194C1-530E-579B-E06E-0FF4072DA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class Quiz(</a:t>
            </a:r>
            <a:r>
              <a:rPr lang="en-US" dirty="0" err="1"/>
              <a:t>models.Model</a:t>
            </a:r>
            <a:r>
              <a:rPr lang="en-US" dirty="0"/>
              <a:t>):</a:t>
            </a:r>
          </a:p>
          <a:p>
            <a:r>
              <a:rPr lang="en-US" dirty="0"/>
              <a:t>    student = </a:t>
            </a:r>
            <a:r>
              <a:rPr lang="en-US" dirty="0" err="1"/>
              <a:t>models.ForeignKey</a:t>
            </a:r>
            <a:r>
              <a:rPr lang="en-US" dirty="0"/>
              <a:t>(Student, </a:t>
            </a:r>
            <a:r>
              <a:rPr lang="en-US" dirty="0" err="1"/>
              <a:t>on_delete</a:t>
            </a:r>
            <a:r>
              <a:rPr lang="en-US" dirty="0"/>
              <a:t>=</a:t>
            </a:r>
            <a:r>
              <a:rPr lang="en-US" dirty="0" err="1"/>
              <a:t>models.CASCADE</a:t>
            </a:r>
            <a:r>
              <a:rPr lang="en-US" dirty="0"/>
              <a:t>)</a:t>
            </a:r>
          </a:p>
          <a:p>
            <a:r>
              <a:rPr lang="en-US" dirty="0"/>
              <a:t>    course = </a:t>
            </a:r>
            <a:r>
              <a:rPr lang="en-US" dirty="0" err="1"/>
              <a:t>models.ForeignKey</a:t>
            </a:r>
            <a:r>
              <a:rPr lang="en-US" dirty="0"/>
              <a:t>(Course, </a:t>
            </a:r>
            <a:r>
              <a:rPr lang="en-US" dirty="0" err="1"/>
              <a:t>on_delete</a:t>
            </a:r>
            <a:r>
              <a:rPr lang="en-US" dirty="0"/>
              <a:t>=</a:t>
            </a:r>
            <a:r>
              <a:rPr lang="en-US" dirty="0" err="1"/>
              <a:t>models.CASCADE</a:t>
            </a:r>
            <a:r>
              <a:rPr lang="en-US" dirty="0"/>
              <a:t>)</a:t>
            </a:r>
          </a:p>
          <a:p>
            <a:r>
              <a:rPr lang="en-US" dirty="0"/>
              <a:t>    </a:t>
            </a:r>
            <a:r>
              <a:rPr lang="en-US" dirty="0" err="1"/>
              <a:t>quiz_no</a:t>
            </a:r>
            <a:r>
              <a:rPr lang="en-US" dirty="0"/>
              <a:t> = </a:t>
            </a:r>
            <a:r>
              <a:rPr lang="en-US" dirty="0" err="1"/>
              <a:t>models.IntegerField</a:t>
            </a:r>
            <a:r>
              <a:rPr lang="en-US" dirty="0"/>
              <a:t>()</a:t>
            </a:r>
          </a:p>
          <a:p>
            <a:r>
              <a:rPr lang="en-US" dirty="0"/>
              <a:t>    </a:t>
            </a:r>
            <a:r>
              <a:rPr lang="en-US" dirty="0" err="1"/>
              <a:t>total_marks</a:t>
            </a:r>
            <a:r>
              <a:rPr lang="en-US" dirty="0"/>
              <a:t> = </a:t>
            </a:r>
            <a:r>
              <a:rPr lang="en-US" dirty="0" err="1"/>
              <a:t>models.FloatField</a:t>
            </a:r>
            <a:r>
              <a:rPr lang="en-US" dirty="0"/>
              <a:t>(default=10)</a:t>
            </a:r>
          </a:p>
          <a:p>
            <a:r>
              <a:rPr lang="en-US" dirty="0"/>
              <a:t>    </a:t>
            </a:r>
            <a:r>
              <a:rPr lang="en-US" dirty="0" err="1"/>
              <a:t>obtained_marks</a:t>
            </a:r>
            <a:r>
              <a:rPr lang="en-US" dirty="0"/>
              <a:t> = </a:t>
            </a:r>
            <a:r>
              <a:rPr lang="en-US" dirty="0" err="1"/>
              <a:t>models.FloatField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    def __str__(self):</a:t>
            </a:r>
          </a:p>
          <a:p>
            <a:r>
              <a:rPr lang="en-US" dirty="0"/>
              <a:t>        return </a:t>
            </a:r>
            <a:r>
              <a:rPr lang="en-US" dirty="0" err="1"/>
              <a:t>f"Quiz</a:t>
            </a:r>
            <a:r>
              <a:rPr lang="en-US" dirty="0"/>
              <a:t> {</a:t>
            </a:r>
            <a:r>
              <a:rPr lang="en-US" dirty="0" err="1"/>
              <a:t>self.quiz_no</a:t>
            </a:r>
            <a:r>
              <a:rPr lang="en-US" dirty="0"/>
              <a:t>} - {</a:t>
            </a:r>
            <a:r>
              <a:rPr lang="en-US" dirty="0" err="1"/>
              <a:t>self.student.roll_no</a:t>
            </a:r>
            <a:r>
              <a:rPr lang="en-US" dirty="0"/>
              <a:t>}"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678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62697-4CED-C835-5B28-984F9DA99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🧪 Mid &amp; Final Exam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CF36D-646A-BAE1-0DAF-E12F59A0D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class </a:t>
            </a:r>
            <a:r>
              <a:rPr lang="en-US" dirty="0" err="1"/>
              <a:t>ExamResult</a:t>
            </a:r>
            <a:r>
              <a:rPr lang="en-US" dirty="0"/>
              <a:t>(</a:t>
            </a:r>
            <a:r>
              <a:rPr lang="en-US" dirty="0" err="1"/>
              <a:t>models.Model</a:t>
            </a:r>
            <a:r>
              <a:rPr lang="en-US" dirty="0"/>
              <a:t>):</a:t>
            </a:r>
          </a:p>
          <a:p>
            <a:r>
              <a:rPr lang="en-US" dirty="0"/>
              <a:t>    EXAM_TYPE = (</a:t>
            </a:r>
          </a:p>
          <a:p>
            <a:r>
              <a:rPr lang="en-US" dirty="0"/>
              <a:t>        ('MID', 'Mid Term'),</a:t>
            </a:r>
          </a:p>
          <a:p>
            <a:r>
              <a:rPr lang="en-US" dirty="0"/>
              <a:t>        ('FINAL', 'Final Term'),</a:t>
            </a:r>
          </a:p>
          <a:p>
            <a:r>
              <a:rPr lang="en-US" dirty="0"/>
              <a:t>    )</a:t>
            </a:r>
          </a:p>
          <a:p>
            <a:endParaRPr lang="en-US" dirty="0"/>
          </a:p>
          <a:p>
            <a:r>
              <a:rPr lang="en-US" dirty="0"/>
              <a:t>    student = </a:t>
            </a:r>
            <a:r>
              <a:rPr lang="en-US" dirty="0" err="1"/>
              <a:t>models.ForeignKey</a:t>
            </a:r>
            <a:r>
              <a:rPr lang="en-US" dirty="0"/>
              <a:t>(Student, </a:t>
            </a:r>
            <a:r>
              <a:rPr lang="en-US" dirty="0" err="1"/>
              <a:t>on_delete</a:t>
            </a:r>
            <a:r>
              <a:rPr lang="en-US" dirty="0"/>
              <a:t>=</a:t>
            </a:r>
            <a:r>
              <a:rPr lang="en-US" dirty="0" err="1"/>
              <a:t>models.CASCADE</a:t>
            </a:r>
            <a:r>
              <a:rPr lang="en-US" dirty="0"/>
              <a:t>)</a:t>
            </a:r>
          </a:p>
          <a:p>
            <a:r>
              <a:rPr lang="en-US" dirty="0"/>
              <a:t>    course = </a:t>
            </a:r>
            <a:r>
              <a:rPr lang="en-US" dirty="0" err="1"/>
              <a:t>models.ForeignKey</a:t>
            </a:r>
            <a:r>
              <a:rPr lang="en-US" dirty="0"/>
              <a:t>(Course, </a:t>
            </a:r>
            <a:r>
              <a:rPr lang="en-US" dirty="0" err="1"/>
              <a:t>on_delete</a:t>
            </a:r>
            <a:r>
              <a:rPr lang="en-US" dirty="0"/>
              <a:t>=</a:t>
            </a:r>
            <a:r>
              <a:rPr lang="en-US" dirty="0" err="1"/>
              <a:t>models.CASCADE</a:t>
            </a:r>
            <a:r>
              <a:rPr lang="en-US" dirty="0"/>
              <a:t>)</a:t>
            </a:r>
          </a:p>
          <a:p>
            <a:r>
              <a:rPr lang="en-US" dirty="0"/>
              <a:t>    </a:t>
            </a:r>
            <a:r>
              <a:rPr lang="en-US" dirty="0" err="1"/>
              <a:t>exam_type</a:t>
            </a:r>
            <a:r>
              <a:rPr lang="en-US" dirty="0"/>
              <a:t> = </a:t>
            </a:r>
            <a:r>
              <a:rPr lang="en-US" dirty="0" err="1"/>
              <a:t>models.CharField</a:t>
            </a:r>
            <a:r>
              <a:rPr lang="en-US" dirty="0"/>
              <a:t>(</a:t>
            </a:r>
            <a:r>
              <a:rPr lang="en-US" dirty="0" err="1"/>
              <a:t>max_length</a:t>
            </a:r>
            <a:r>
              <a:rPr lang="en-US" dirty="0"/>
              <a:t>=5, choices=EXAM_TYPE)</a:t>
            </a:r>
          </a:p>
          <a:p>
            <a:r>
              <a:rPr lang="en-US" dirty="0"/>
              <a:t>    </a:t>
            </a:r>
            <a:r>
              <a:rPr lang="en-US" dirty="0" err="1"/>
              <a:t>total_marks</a:t>
            </a:r>
            <a:r>
              <a:rPr lang="en-US" dirty="0"/>
              <a:t> = </a:t>
            </a:r>
            <a:r>
              <a:rPr lang="en-US" dirty="0" err="1"/>
              <a:t>models.FloatField</a:t>
            </a:r>
            <a:r>
              <a:rPr lang="en-US" dirty="0"/>
              <a:t>()</a:t>
            </a:r>
          </a:p>
          <a:p>
            <a:r>
              <a:rPr lang="en-US" dirty="0"/>
              <a:t>    </a:t>
            </a:r>
            <a:r>
              <a:rPr lang="en-US" dirty="0" err="1"/>
              <a:t>obtained_marks</a:t>
            </a:r>
            <a:r>
              <a:rPr lang="en-US" dirty="0"/>
              <a:t> = </a:t>
            </a:r>
            <a:r>
              <a:rPr lang="en-US" dirty="0" err="1"/>
              <a:t>models.FloatField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    def __str__(self):</a:t>
            </a:r>
          </a:p>
          <a:p>
            <a:r>
              <a:rPr lang="en-US" dirty="0"/>
              <a:t>        return f"{</a:t>
            </a:r>
            <a:r>
              <a:rPr lang="en-US" dirty="0" err="1"/>
              <a:t>self.exam_type</a:t>
            </a:r>
            <a:r>
              <a:rPr lang="en-US" dirty="0"/>
              <a:t>} - {</a:t>
            </a:r>
            <a:r>
              <a:rPr lang="en-US" dirty="0" err="1"/>
              <a:t>self.student.roll_no</a:t>
            </a:r>
            <a:r>
              <a:rPr lang="en-US" dirty="0"/>
              <a:t>}"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881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5222D-DE86-355B-4BD1-6AAE636C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📊 GPA / CGPA Tracking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E4AF5-F17F-1018-D070-79C55B58D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class </a:t>
            </a:r>
            <a:r>
              <a:rPr lang="en-US" dirty="0" err="1"/>
              <a:t>GPARecord</a:t>
            </a:r>
            <a:r>
              <a:rPr lang="en-US" dirty="0"/>
              <a:t>(</a:t>
            </a:r>
            <a:r>
              <a:rPr lang="en-US" dirty="0" err="1"/>
              <a:t>models.Model</a:t>
            </a:r>
            <a:r>
              <a:rPr lang="en-US" dirty="0"/>
              <a:t>):</a:t>
            </a:r>
          </a:p>
          <a:p>
            <a:r>
              <a:rPr lang="en-US" dirty="0"/>
              <a:t>    student = </a:t>
            </a:r>
            <a:r>
              <a:rPr lang="en-US" dirty="0" err="1"/>
              <a:t>models.ForeignKey</a:t>
            </a:r>
            <a:r>
              <a:rPr lang="en-US" dirty="0"/>
              <a:t>(Student, </a:t>
            </a:r>
            <a:r>
              <a:rPr lang="en-US" dirty="0" err="1"/>
              <a:t>on_delete</a:t>
            </a:r>
            <a:r>
              <a:rPr lang="en-US" dirty="0"/>
              <a:t>=</a:t>
            </a:r>
            <a:r>
              <a:rPr lang="en-US" dirty="0" err="1"/>
              <a:t>models.CASCADE</a:t>
            </a:r>
            <a:r>
              <a:rPr lang="en-US" dirty="0"/>
              <a:t>)</a:t>
            </a:r>
          </a:p>
          <a:p>
            <a:r>
              <a:rPr lang="en-US" dirty="0"/>
              <a:t>    semester = </a:t>
            </a:r>
            <a:r>
              <a:rPr lang="en-US" dirty="0" err="1"/>
              <a:t>models.IntegerField</a:t>
            </a:r>
            <a:r>
              <a:rPr lang="en-US" dirty="0"/>
              <a:t>()</a:t>
            </a:r>
          </a:p>
          <a:p>
            <a:r>
              <a:rPr lang="en-US" dirty="0"/>
              <a:t>    </a:t>
            </a:r>
            <a:r>
              <a:rPr lang="en-US" dirty="0" err="1"/>
              <a:t>gpa</a:t>
            </a:r>
            <a:r>
              <a:rPr lang="en-US" dirty="0"/>
              <a:t> = </a:t>
            </a:r>
            <a:r>
              <a:rPr lang="en-US" dirty="0" err="1"/>
              <a:t>models.FloatField</a:t>
            </a:r>
            <a:r>
              <a:rPr lang="en-US" dirty="0"/>
              <a:t>()</a:t>
            </a:r>
          </a:p>
          <a:p>
            <a:r>
              <a:rPr lang="en-US" dirty="0"/>
              <a:t>    </a:t>
            </a:r>
            <a:r>
              <a:rPr lang="en-US" dirty="0" err="1"/>
              <a:t>cgpa</a:t>
            </a:r>
            <a:r>
              <a:rPr lang="en-US" dirty="0"/>
              <a:t> = </a:t>
            </a:r>
            <a:r>
              <a:rPr lang="en-US" dirty="0" err="1"/>
              <a:t>models.FloatField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    def __str__(self):</a:t>
            </a:r>
          </a:p>
          <a:p>
            <a:r>
              <a:rPr lang="en-US" dirty="0"/>
              <a:t>        return f"{</a:t>
            </a:r>
            <a:r>
              <a:rPr lang="en-US" dirty="0" err="1"/>
              <a:t>self.student.roll_no</a:t>
            </a:r>
            <a:r>
              <a:rPr lang="en-US" dirty="0"/>
              <a:t>} - Semester {</a:t>
            </a:r>
            <a:r>
              <a:rPr lang="en-US" dirty="0" err="1"/>
              <a:t>self.semester</a:t>
            </a:r>
            <a:r>
              <a:rPr lang="en-US" dirty="0"/>
              <a:t>}"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740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59D9C-87BB-C494-62B1-55990C9A7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🧮 Optional: CGPA Calculation Logic (Utility Function)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FCDB6-67E8-A4AB-A6A9-65EBE93DA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 </a:t>
            </a:r>
            <a:r>
              <a:rPr lang="en-US" dirty="0" err="1"/>
              <a:t>calculate_cgpa</a:t>
            </a:r>
            <a:r>
              <a:rPr lang="en-US" dirty="0"/>
              <a:t>(student):</a:t>
            </a:r>
          </a:p>
          <a:p>
            <a:r>
              <a:rPr lang="en-US" dirty="0"/>
              <a:t>    records = </a:t>
            </a:r>
            <a:r>
              <a:rPr lang="en-US" dirty="0" err="1"/>
              <a:t>GPARecord.objects.filter</a:t>
            </a:r>
            <a:r>
              <a:rPr lang="en-US" dirty="0"/>
              <a:t>(student=student)</a:t>
            </a:r>
          </a:p>
          <a:p>
            <a:r>
              <a:rPr lang="en-US" dirty="0"/>
              <a:t>    total = sum(</a:t>
            </a:r>
            <a:r>
              <a:rPr lang="en-US" dirty="0" err="1"/>
              <a:t>r.gpa</a:t>
            </a:r>
            <a:r>
              <a:rPr lang="en-US" dirty="0"/>
              <a:t> for r in records)</a:t>
            </a:r>
          </a:p>
          <a:p>
            <a:r>
              <a:rPr lang="en-US" dirty="0"/>
              <a:t>    return round(total / </a:t>
            </a:r>
            <a:r>
              <a:rPr lang="en-US" dirty="0" err="1"/>
              <a:t>records.count</a:t>
            </a:r>
            <a:r>
              <a:rPr lang="en-US" dirty="0"/>
              <a:t>(), 2) if </a:t>
            </a:r>
            <a:r>
              <a:rPr lang="en-US" dirty="0" err="1"/>
              <a:t>records.exists</a:t>
            </a:r>
            <a:r>
              <a:rPr lang="en-US" dirty="0"/>
              <a:t>() else 0.0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225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C4A44-FA9D-3EEF-B64B-5E2814641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B38E2-4082-3C35-16BE-E723DEEF6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manage.py </a:t>
            </a:r>
            <a:r>
              <a:rPr lang="en-US" dirty="0" err="1"/>
              <a:t>makemigrations</a:t>
            </a:r>
            <a:endParaRPr lang="en-US" dirty="0"/>
          </a:p>
          <a:p>
            <a:r>
              <a:rPr lang="en-US" dirty="0"/>
              <a:t>python manage.py migrate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887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F3D43-9BF7-7C32-A314-47700135F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E413D-9865-DBDE-B59C-170EEFAF5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manage.py </a:t>
            </a:r>
            <a:r>
              <a:rPr lang="en-US" dirty="0" err="1"/>
              <a:t>createsuperuser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694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A9BF1-05E2-E818-198C-D3947D804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🔐 Admin Registration (admin.py)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134EC-ACC1-E082-9B46-E0A79D475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from </a:t>
            </a:r>
            <a:r>
              <a:rPr lang="en-US" dirty="0" err="1"/>
              <a:t>django.contrib</a:t>
            </a:r>
            <a:r>
              <a:rPr lang="en-US" dirty="0"/>
              <a:t> import admin</a:t>
            </a:r>
          </a:p>
          <a:p>
            <a:r>
              <a:rPr lang="en-US" dirty="0"/>
              <a:t>from .models import *</a:t>
            </a:r>
          </a:p>
          <a:p>
            <a:endParaRPr lang="en-US" dirty="0"/>
          </a:p>
          <a:p>
            <a:r>
              <a:rPr lang="en-US" dirty="0" err="1"/>
              <a:t>admin.site.register</a:t>
            </a:r>
            <a:r>
              <a:rPr lang="en-US" dirty="0"/>
              <a:t>(Student)</a:t>
            </a:r>
          </a:p>
          <a:p>
            <a:r>
              <a:rPr lang="en-US" dirty="0" err="1"/>
              <a:t>admin.site.register</a:t>
            </a:r>
            <a:r>
              <a:rPr lang="en-US" dirty="0"/>
              <a:t>(Course)</a:t>
            </a:r>
          </a:p>
          <a:p>
            <a:r>
              <a:rPr lang="en-US" dirty="0" err="1"/>
              <a:t>admin.site.register</a:t>
            </a:r>
            <a:r>
              <a:rPr lang="en-US" dirty="0"/>
              <a:t>(Assignment)</a:t>
            </a:r>
          </a:p>
          <a:p>
            <a:r>
              <a:rPr lang="en-US" dirty="0" err="1"/>
              <a:t>admin.site.register</a:t>
            </a:r>
            <a:r>
              <a:rPr lang="en-US" dirty="0"/>
              <a:t>(Quiz)</a:t>
            </a:r>
          </a:p>
          <a:p>
            <a:r>
              <a:rPr lang="en-US" dirty="0" err="1"/>
              <a:t>admin.site.register</a:t>
            </a:r>
            <a:r>
              <a:rPr lang="en-US" dirty="0"/>
              <a:t>(</a:t>
            </a:r>
            <a:r>
              <a:rPr lang="en-US" dirty="0" err="1"/>
              <a:t>ExamResult</a:t>
            </a:r>
            <a:r>
              <a:rPr lang="en-US" dirty="0"/>
              <a:t>)</a:t>
            </a:r>
          </a:p>
          <a:p>
            <a:r>
              <a:rPr lang="en-US" dirty="0" err="1"/>
              <a:t>admin.site.register</a:t>
            </a:r>
            <a:r>
              <a:rPr lang="en-US" dirty="0"/>
              <a:t>(</a:t>
            </a:r>
            <a:r>
              <a:rPr lang="en-US" dirty="0" err="1"/>
              <a:t>GPARecord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167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E3718-99AE-DE41-A1F8-1D2663A99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1283E-C112-36CF-C5B8-AA9AC7F01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🔹 Run Development Server</a:t>
            </a:r>
          </a:p>
          <a:p>
            <a:r>
              <a:rPr lang="en-US" dirty="0"/>
              <a:t>python manage.py </a:t>
            </a:r>
            <a:r>
              <a:rPr lang="en-US" dirty="0" err="1"/>
              <a:t>runserver</a:t>
            </a:r>
            <a:endParaRPr lang="en-US" dirty="0"/>
          </a:p>
          <a:p>
            <a:r>
              <a:rPr lang="en-US" dirty="0"/>
              <a:t>Open 👉 http://127.0.0.1:8000/admin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352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C0C36-CDB1-E503-AD0B-3DB6B6D7F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33DF3-3162-D161-F46B-C0B53C62B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🌐 2. Deployment Commands (Basic – VPS / Hosting)</a:t>
            </a:r>
          </a:p>
          <a:p>
            <a:r>
              <a:rPr lang="en-US" dirty="0"/>
              <a:t>pip freeze &gt; requirements.txt</a:t>
            </a:r>
          </a:p>
          <a:p>
            <a:r>
              <a:rPr lang="en-US" dirty="0"/>
              <a:t>python manage.py </a:t>
            </a:r>
            <a:r>
              <a:rPr lang="en-US" dirty="0" err="1"/>
              <a:t>collectstatic</a:t>
            </a:r>
            <a:endParaRPr lang="en-US" dirty="0"/>
          </a:p>
          <a:p>
            <a:r>
              <a:rPr lang="en-US" dirty="0"/>
              <a:t>For production:</a:t>
            </a:r>
          </a:p>
          <a:p>
            <a:r>
              <a:rPr lang="en-US" dirty="0"/>
              <a:t>Use </a:t>
            </a:r>
            <a:r>
              <a:rPr lang="en-US" b="1" dirty="0" err="1"/>
              <a:t>Gunicorn</a:t>
            </a:r>
            <a:endParaRPr lang="en-US" dirty="0"/>
          </a:p>
          <a:p>
            <a:r>
              <a:rPr lang="en-US" dirty="0"/>
              <a:t>Use </a:t>
            </a:r>
            <a:r>
              <a:rPr lang="en-US" b="1" dirty="0"/>
              <a:t>Nginx</a:t>
            </a:r>
            <a:endParaRPr lang="en-US" dirty="0"/>
          </a:p>
          <a:p>
            <a:r>
              <a:rPr lang="en-US" dirty="0"/>
              <a:t>Set DEBUG = False</a:t>
            </a:r>
          </a:p>
          <a:p>
            <a:r>
              <a:rPr lang="en-US" dirty="0"/>
              <a:t>Add ALLOWED_HOSTS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735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E9AF8-D065-59C6-65CC-2C3DC9FD8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12211-CDE8-3F93-A0EA-6793A48D7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pip install </a:t>
            </a:r>
            <a:r>
              <a:rPr lang="en-US" dirty="0" err="1"/>
              <a:t>gunicorn</a:t>
            </a:r>
            <a:endParaRPr lang="en-US" dirty="0"/>
          </a:p>
          <a:p>
            <a:r>
              <a:rPr lang="en-US" dirty="0" err="1"/>
              <a:t>gunicorn</a:t>
            </a:r>
            <a:r>
              <a:rPr lang="en-US" dirty="0"/>
              <a:t> </a:t>
            </a:r>
            <a:r>
              <a:rPr lang="en-US" dirty="0" err="1"/>
              <a:t>lms_project.wsgi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331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58B85-01BE-1A21-6457-863FF7BA0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413245"/>
          </a:xfrm>
        </p:spPr>
        <p:txBody>
          <a:bodyPr>
            <a:normAutofit fontScale="90000"/>
          </a:bodyPr>
          <a:lstStyle/>
          <a:p>
            <a:r>
              <a:rPr lang="en-US" sz="3100" b="1" dirty="0"/>
              <a:t>🎨 3. Frontend Design (HTML + Bootstrap)</a:t>
            </a:r>
            <a:br>
              <a:rPr lang="en-US" sz="3100" b="1" dirty="0"/>
            </a:br>
            <a:r>
              <a:rPr lang="en-US" sz="3100" b="1" dirty="0"/>
              <a:t>🔹 Base Template (templates/base.html)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4A0EB-648F-7CBE-CB62-23A575B7E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056"/>
            <a:ext cx="10515600" cy="4737907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&lt;!DOCTYPE html&gt;</a:t>
            </a:r>
          </a:p>
          <a:p>
            <a:r>
              <a:rPr lang="en-US" dirty="0"/>
              <a:t>&lt;html&gt;</a:t>
            </a:r>
          </a:p>
          <a:p>
            <a:r>
              <a:rPr lang="en-US" dirty="0"/>
              <a:t>&lt;head&gt;</a:t>
            </a:r>
          </a:p>
          <a:p>
            <a:r>
              <a:rPr lang="en-US" dirty="0"/>
              <a:t>    &lt;title&gt;LMS&lt;/title&gt;</a:t>
            </a:r>
          </a:p>
          <a:p>
            <a:r>
              <a:rPr lang="en-US" dirty="0"/>
              <a:t>    &lt;link </a:t>
            </a:r>
            <a:r>
              <a:rPr lang="en-US" dirty="0" err="1"/>
              <a:t>href</a:t>
            </a:r>
            <a:r>
              <a:rPr lang="en-US" dirty="0"/>
              <a:t>="https://cdn.jsdelivr.net/</a:t>
            </a:r>
            <a:r>
              <a:rPr lang="en-US" dirty="0" err="1"/>
              <a:t>npm</a:t>
            </a:r>
            <a:r>
              <a:rPr lang="en-US" dirty="0"/>
              <a:t>/bootstrap@5.3.2/</a:t>
            </a:r>
            <a:r>
              <a:rPr lang="en-US" dirty="0" err="1"/>
              <a:t>dist</a:t>
            </a:r>
            <a:r>
              <a:rPr lang="en-US" dirty="0"/>
              <a:t>/</a:t>
            </a:r>
            <a:r>
              <a:rPr lang="en-US" dirty="0" err="1"/>
              <a:t>css</a:t>
            </a:r>
            <a:r>
              <a:rPr lang="en-US" dirty="0"/>
              <a:t>/bootstrap.min.css" </a:t>
            </a:r>
            <a:r>
              <a:rPr lang="en-US" dirty="0" err="1"/>
              <a:t>rel</a:t>
            </a:r>
            <a:r>
              <a:rPr lang="en-US" dirty="0"/>
              <a:t>="stylesheet"&gt;</a:t>
            </a:r>
          </a:p>
          <a:p>
            <a:r>
              <a:rPr lang="en-US" dirty="0"/>
              <a:t>&lt;/head&gt;</a:t>
            </a:r>
          </a:p>
          <a:p>
            <a:r>
              <a:rPr lang="en-US" dirty="0"/>
              <a:t>&lt;body&gt;</a:t>
            </a:r>
          </a:p>
          <a:p>
            <a:r>
              <a:rPr lang="en-US" dirty="0"/>
              <a:t>&lt;nav class="navbar navbar-dark </a:t>
            </a:r>
            <a:r>
              <a:rPr lang="en-US" dirty="0" err="1"/>
              <a:t>bg</a:t>
            </a:r>
            <a:r>
              <a:rPr lang="en-US" dirty="0"/>
              <a:t>-dark"&gt;</a:t>
            </a:r>
          </a:p>
          <a:p>
            <a:r>
              <a:rPr lang="en-US" dirty="0"/>
              <a:t>  &lt;div class="container-fluid"&gt;</a:t>
            </a:r>
          </a:p>
          <a:p>
            <a:r>
              <a:rPr lang="en-US" dirty="0"/>
              <a:t>    &lt;span class="navbar-brand"&gt;Student LMS&lt;/span&gt;</a:t>
            </a:r>
          </a:p>
          <a:p>
            <a:r>
              <a:rPr lang="en-US" dirty="0"/>
              <a:t>  &lt;/div&gt;</a:t>
            </a:r>
          </a:p>
          <a:p>
            <a:r>
              <a:rPr lang="en-US" dirty="0"/>
              <a:t>&lt;/nav&gt;</a:t>
            </a:r>
          </a:p>
          <a:p>
            <a:r>
              <a:rPr lang="en-US" dirty="0"/>
              <a:t>&lt;div class="container mt-4"&gt;</a:t>
            </a:r>
          </a:p>
          <a:p>
            <a:r>
              <a:rPr lang="en-US" dirty="0"/>
              <a:t>    {% block content %}{% </a:t>
            </a:r>
            <a:r>
              <a:rPr lang="en-US" dirty="0" err="1"/>
              <a:t>endblock</a:t>
            </a:r>
            <a:r>
              <a:rPr lang="en-US" dirty="0"/>
              <a:t> %}</a:t>
            </a:r>
          </a:p>
          <a:p>
            <a:r>
              <a:rPr lang="en-US" dirty="0"/>
              <a:t>&lt;/div&gt;</a:t>
            </a:r>
          </a:p>
          <a:p>
            <a:r>
              <a:rPr lang="en-US" dirty="0"/>
              <a:t>&lt;/body&gt;</a:t>
            </a:r>
          </a:p>
          <a:p>
            <a:r>
              <a:rPr lang="en-US" dirty="0"/>
              <a:t>&lt;/html&gt;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129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3B738-ABC7-314D-EF3E-C3144F07A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4147"/>
          </a:xfrm>
        </p:spPr>
        <p:txBody>
          <a:bodyPr>
            <a:normAutofit fontScale="90000"/>
          </a:bodyPr>
          <a:lstStyle/>
          <a:p>
            <a:r>
              <a:rPr lang="en-US" dirty="0"/>
              <a:t>🔹 Student Dashboard (templates/dashboard.html)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20105-16AB-D262-E7E3-3F4107D37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4085"/>
            <a:ext cx="10515600" cy="4782878"/>
          </a:xfrm>
        </p:spPr>
        <p:txBody>
          <a:bodyPr>
            <a:normAutofit fontScale="25000" lnSpcReduction="20000"/>
          </a:bodyPr>
          <a:lstStyle/>
          <a:p>
            <a:r>
              <a:rPr lang="en-US" dirty="0"/>
              <a:t>{% extends 'base.html' %}</a:t>
            </a:r>
          </a:p>
          <a:p>
            <a:r>
              <a:rPr lang="en-US" dirty="0"/>
              <a:t>{% block content %}</a:t>
            </a:r>
          </a:p>
          <a:p>
            <a:r>
              <a:rPr lang="en-US" dirty="0"/>
              <a:t>&lt;h3&gt;Student Dashboard&lt;/h3&gt;</a:t>
            </a:r>
          </a:p>
          <a:p>
            <a:r>
              <a:rPr lang="en-US" dirty="0"/>
              <a:t>&lt;div class="row"&gt;</a:t>
            </a:r>
          </a:p>
          <a:p>
            <a:r>
              <a:rPr lang="en-US" dirty="0"/>
              <a:t>  &lt;div class="col-md-4"&gt;</a:t>
            </a:r>
          </a:p>
          <a:p>
            <a:r>
              <a:rPr lang="en-US" dirty="0"/>
              <a:t>    &lt;div class="card p-3"&gt;</a:t>
            </a:r>
          </a:p>
          <a:p>
            <a:r>
              <a:rPr lang="en-US" dirty="0"/>
              <a:t>      &lt;h5&gt;CGPA&lt;/h5&gt;</a:t>
            </a:r>
          </a:p>
          <a:p>
            <a:r>
              <a:rPr lang="en-US" dirty="0"/>
              <a:t>      &lt;h2&gt;{{ </a:t>
            </a:r>
            <a:r>
              <a:rPr lang="en-US" dirty="0" err="1"/>
              <a:t>cgpa</a:t>
            </a:r>
            <a:r>
              <a:rPr lang="en-US" dirty="0"/>
              <a:t> }}&lt;/h2&gt;</a:t>
            </a:r>
          </a:p>
          <a:p>
            <a:r>
              <a:rPr lang="en-US" dirty="0"/>
              <a:t>    &lt;/div&gt;</a:t>
            </a:r>
          </a:p>
          <a:p>
            <a:r>
              <a:rPr lang="en-US" dirty="0"/>
              <a:t>  &lt;/div&gt;</a:t>
            </a:r>
          </a:p>
          <a:p>
            <a:r>
              <a:rPr lang="en-US" dirty="0"/>
              <a:t>  &lt;div class="col-md-4"&gt;</a:t>
            </a:r>
          </a:p>
          <a:p>
            <a:r>
              <a:rPr lang="en-US" dirty="0"/>
              <a:t>    &lt;div class="card p-3"&gt;</a:t>
            </a:r>
          </a:p>
          <a:p>
            <a:r>
              <a:rPr lang="en-US" dirty="0"/>
              <a:t>      &lt;h5&gt;Assignments&lt;/h5&gt;</a:t>
            </a:r>
          </a:p>
          <a:p>
            <a:r>
              <a:rPr lang="en-US" dirty="0"/>
              <a:t>      &lt;p&gt;{{ </a:t>
            </a:r>
            <a:r>
              <a:rPr lang="en-US" dirty="0" err="1"/>
              <a:t>assignment_count</a:t>
            </a:r>
            <a:r>
              <a:rPr lang="en-US" dirty="0"/>
              <a:t> }}&lt;/p&gt;</a:t>
            </a:r>
          </a:p>
          <a:p>
            <a:r>
              <a:rPr lang="en-US" dirty="0"/>
              <a:t>    &lt;/div&gt;</a:t>
            </a:r>
          </a:p>
          <a:p>
            <a:r>
              <a:rPr lang="en-US" dirty="0"/>
              <a:t>  &lt;/div&gt;</a:t>
            </a:r>
          </a:p>
          <a:p>
            <a:r>
              <a:rPr lang="en-US" dirty="0"/>
              <a:t>  &lt;div class="col-md-4"&gt;</a:t>
            </a:r>
          </a:p>
          <a:p>
            <a:r>
              <a:rPr lang="en-US" dirty="0"/>
              <a:t>    &lt;div class="card p-3"&gt;</a:t>
            </a:r>
          </a:p>
          <a:p>
            <a:r>
              <a:rPr lang="en-US" dirty="0"/>
              <a:t>      &lt;h5&gt;Quizzes&lt;/h5&gt;</a:t>
            </a:r>
          </a:p>
          <a:p>
            <a:r>
              <a:rPr lang="en-US" dirty="0"/>
              <a:t>      &lt;p&gt;{{ </a:t>
            </a:r>
            <a:r>
              <a:rPr lang="en-US" dirty="0" err="1"/>
              <a:t>quiz_count</a:t>
            </a:r>
            <a:r>
              <a:rPr lang="en-US" dirty="0"/>
              <a:t> }}&lt;/p&gt;</a:t>
            </a:r>
          </a:p>
          <a:p>
            <a:r>
              <a:rPr lang="en-US" dirty="0"/>
              <a:t>    &lt;/div&gt;</a:t>
            </a:r>
          </a:p>
          <a:p>
            <a:r>
              <a:rPr lang="en-US" dirty="0"/>
              <a:t>  &lt;/div&gt;</a:t>
            </a:r>
          </a:p>
          <a:p>
            <a:r>
              <a:rPr lang="en-US" dirty="0"/>
              <a:t>&lt;/div&gt;</a:t>
            </a:r>
          </a:p>
          <a:p>
            <a:r>
              <a:rPr lang="en-US" dirty="0"/>
              <a:t>{% </a:t>
            </a:r>
            <a:r>
              <a:rPr lang="en-US" dirty="0" err="1"/>
              <a:t>endblock</a:t>
            </a:r>
            <a:r>
              <a:rPr lang="en-US" dirty="0"/>
              <a:t> %}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080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DE92C-3BB9-D937-F621-B16074BC4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🔹 Results Page (templates/results.html)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AD545-763A-9EAE-6564-8277DD129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4321"/>
            <a:ext cx="10515600" cy="5306518"/>
          </a:xfrm>
        </p:spPr>
        <p:txBody>
          <a:bodyPr>
            <a:normAutofit fontScale="32500" lnSpcReduction="20000"/>
          </a:bodyPr>
          <a:lstStyle/>
          <a:p>
            <a:r>
              <a:rPr lang="en-US" dirty="0"/>
              <a:t>{% extends 'base.html' %}</a:t>
            </a:r>
          </a:p>
          <a:p>
            <a:r>
              <a:rPr lang="en-US" dirty="0"/>
              <a:t>{% block content %}</a:t>
            </a:r>
          </a:p>
          <a:p>
            <a:r>
              <a:rPr lang="en-US" dirty="0"/>
              <a:t>&lt;h3&gt;Exam Results&lt;/h3&gt;</a:t>
            </a:r>
          </a:p>
          <a:p>
            <a:r>
              <a:rPr lang="en-US" dirty="0"/>
              <a:t>&lt;table class="table table-bordered"&gt;</a:t>
            </a:r>
          </a:p>
          <a:p>
            <a:r>
              <a:rPr lang="en-US" dirty="0"/>
              <a:t>&lt;</a:t>
            </a:r>
            <a:r>
              <a:rPr lang="en-US" dirty="0" err="1"/>
              <a:t>thead</a:t>
            </a:r>
            <a:r>
              <a:rPr lang="en-US" dirty="0"/>
              <a:t>&gt;</a:t>
            </a:r>
          </a:p>
          <a:p>
            <a:r>
              <a:rPr lang="en-US" dirty="0"/>
              <a:t>&lt;tr&gt;</a:t>
            </a:r>
          </a:p>
          <a:p>
            <a:r>
              <a:rPr lang="en-US" dirty="0"/>
              <a:t>  &lt;</a:t>
            </a:r>
            <a:r>
              <a:rPr lang="en-US" dirty="0" err="1"/>
              <a:t>th</a:t>
            </a:r>
            <a:r>
              <a:rPr lang="en-US" dirty="0"/>
              <a:t>&gt;Course&lt;/</a:t>
            </a:r>
            <a:r>
              <a:rPr lang="en-US" dirty="0" err="1"/>
              <a:t>th</a:t>
            </a:r>
            <a:r>
              <a:rPr lang="en-US" dirty="0"/>
              <a:t>&gt;</a:t>
            </a:r>
          </a:p>
          <a:p>
            <a:r>
              <a:rPr lang="en-US" dirty="0"/>
              <a:t>  &lt;</a:t>
            </a:r>
            <a:r>
              <a:rPr lang="en-US" dirty="0" err="1"/>
              <a:t>th</a:t>
            </a:r>
            <a:r>
              <a:rPr lang="en-US" dirty="0"/>
              <a:t>&gt;Exam&lt;/</a:t>
            </a:r>
            <a:r>
              <a:rPr lang="en-US" dirty="0" err="1"/>
              <a:t>th</a:t>
            </a:r>
            <a:r>
              <a:rPr lang="en-US" dirty="0"/>
              <a:t>&gt;</a:t>
            </a:r>
          </a:p>
          <a:p>
            <a:r>
              <a:rPr lang="en-US" dirty="0"/>
              <a:t>  &lt;</a:t>
            </a:r>
            <a:r>
              <a:rPr lang="en-US" dirty="0" err="1"/>
              <a:t>th</a:t>
            </a:r>
            <a:r>
              <a:rPr lang="en-US" dirty="0"/>
              <a:t>&gt;Marks&lt;/</a:t>
            </a:r>
            <a:r>
              <a:rPr lang="en-US" dirty="0" err="1"/>
              <a:t>th</a:t>
            </a:r>
            <a:r>
              <a:rPr lang="en-US" dirty="0"/>
              <a:t>&gt;</a:t>
            </a:r>
          </a:p>
          <a:p>
            <a:r>
              <a:rPr lang="en-US" dirty="0"/>
              <a:t>&lt;/tr&gt;</a:t>
            </a:r>
          </a:p>
          <a:p>
            <a:r>
              <a:rPr lang="en-US" dirty="0"/>
              <a:t>&lt;/</a:t>
            </a:r>
            <a:r>
              <a:rPr lang="en-US" dirty="0" err="1"/>
              <a:t>thead</a:t>
            </a:r>
            <a:r>
              <a:rPr lang="en-US" dirty="0"/>
              <a:t>&gt;</a:t>
            </a:r>
          </a:p>
          <a:p>
            <a:r>
              <a:rPr lang="en-US" dirty="0"/>
              <a:t>&lt;</a:t>
            </a:r>
            <a:r>
              <a:rPr lang="en-US" dirty="0" err="1"/>
              <a:t>tbody</a:t>
            </a:r>
            <a:r>
              <a:rPr lang="en-US" dirty="0"/>
              <a:t>&gt;</a:t>
            </a:r>
          </a:p>
          <a:p>
            <a:r>
              <a:rPr lang="en-US" dirty="0"/>
              <a:t>{% for r in results %}</a:t>
            </a:r>
          </a:p>
          <a:p>
            <a:r>
              <a:rPr lang="en-US" dirty="0"/>
              <a:t>&lt;tr&gt;</a:t>
            </a:r>
          </a:p>
          <a:p>
            <a:r>
              <a:rPr lang="en-US" dirty="0"/>
              <a:t>  &lt;td&gt;{{ </a:t>
            </a:r>
            <a:r>
              <a:rPr lang="en-US" dirty="0" err="1"/>
              <a:t>r.course</a:t>
            </a:r>
            <a:r>
              <a:rPr lang="en-US" dirty="0"/>
              <a:t> }}&lt;/td&gt;</a:t>
            </a:r>
          </a:p>
          <a:p>
            <a:r>
              <a:rPr lang="en-US" dirty="0"/>
              <a:t>  &lt;td&gt;{{ </a:t>
            </a:r>
            <a:r>
              <a:rPr lang="en-US" dirty="0" err="1"/>
              <a:t>r.exam_type</a:t>
            </a:r>
            <a:r>
              <a:rPr lang="en-US" dirty="0"/>
              <a:t> }}&lt;/td&gt;</a:t>
            </a:r>
          </a:p>
          <a:p>
            <a:r>
              <a:rPr lang="en-US" dirty="0"/>
              <a:t>  &lt;td&gt;{{ </a:t>
            </a:r>
            <a:r>
              <a:rPr lang="en-US" dirty="0" err="1"/>
              <a:t>r.obtained_marks</a:t>
            </a:r>
            <a:r>
              <a:rPr lang="en-US" dirty="0"/>
              <a:t> }}/{{ </a:t>
            </a:r>
            <a:r>
              <a:rPr lang="en-US" dirty="0" err="1"/>
              <a:t>r.total_marks</a:t>
            </a:r>
            <a:r>
              <a:rPr lang="en-US" dirty="0"/>
              <a:t> }}&lt;/td&gt;</a:t>
            </a:r>
          </a:p>
          <a:p>
            <a:r>
              <a:rPr lang="en-US" dirty="0"/>
              <a:t>&lt;/tr&gt;</a:t>
            </a:r>
          </a:p>
          <a:p>
            <a:r>
              <a:rPr lang="en-US" dirty="0"/>
              <a:t>{% </a:t>
            </a:r>
            <a:r>
              <a:rPr lang="en-US" dirty="0" err="1"/>
              <a:t>endfor</a:t>
            </a:r>
            <a:r>
              <a:rPr lang="en-US" dirty="0"/>
              <a:t> %}</a:t>
            </a:r>
          </a:p>
          <a:p>
            <a:r>
              <a:rPr lang="en-US" dirty="0"/>
              <a:t>&lt;/</a:t>
            </a:r>
            <a:r>
              <a:rPr lang="en-US" dirty="0" err="1"/>
              <a:t>tbody</a:t>
            </a:r>
            <a:r>
              <a:rPr lang="en-US" dirty="0"/>
              <a:t>&gt;</a:t>
            </a:r>
          </a:p>
          <a:p>
            <a:r>
              <a:rPr lang="en-US" dirty="0"/>
              <a:t>&lt;/table&gt;</a:t>
            </a:r>
          </a:p>
          <a:p>
            <a:r>
              <a:rPr lang="en-US" dirty="0"/>
              <a:t>{% </a:t>
            </a:r>
            <a:r>
              <a:rPr lang="en-US" dirty="0" err="1"/>
              <a:t>endblock</a:t>
            </a:r>
            <a:r>
              <a:rPr lang="en-US" dirty="0"/>
              <a:t> %}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4469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38F7E-8BA5-3B3C-EFA8-DEFD440E6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🧭 4. URL Routing (urls.py)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24309-F40C-5C4C-531A-76F87F5E5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</a:t>
            </a:r>
            <a:r>
              <a:rPr lang="en-US" dirty="0" err="1"/>
              <a:t>django.urls</a:t>
            </a:r>
            <a:r>
              <a:rPr lang="en-US" dirty="0"/>
              <a:t> import path</a:t>
            </a:r>
          </a:p>
          <a:p>
            <a:r>
              <a:rPr lang="en-US" dirty="0"/>
              <a:t>from . import views</a:t>
            </a:r>
          </a:p>
          <a:p>
            <a:endParaRPr lang="en-US" dirty="0"/>
          </a:p>
          <a:p>
            <a:r>
              <a:rPr lang="en-US" dirty="0" err="1"/>
              <a:t>urlpatterns</a:t>
            </a:r>
            <a:r>
              <a:rPr lang="en-US" dirty="0"/>
              <a:t> = [</a:t>
            </a:r>
          </a:p>
          <a:p>
            <a:r>
              <a:rPr lang="en-US" dirty="0"/>
              <a:t>    path('dashboard/', </a:t>
            </a:r>
            <a:r>
              <a:rPr lang="en-US" dirty="0" err="1"/>
              <a:t>views.dashboard</a:t>
            </a:r>
            <a:r>
              <a:rPr lang="en-US" dirty="0"/>
              <a:t>, name='dashboard'),</a:t>
            </a:r>
          </a:p>
          <a:p>
            <a:r>
              <a:rPr lang="en-US" dirty="0"/>
              <a:t>    path('results/', </a:t>
            </a:r>
            <a:r>
              <a:rPr lang="en-US" dirty="0" err="1"/>
              <a:t>views.results</a:t>
            </a:r>
            <a:r>
              <a:rPr lang="en-US" dirty="0"/>
              <a:t>, name='results'),</a:t>
            </a:r>
          </a:p>
          <a:p>
            <a:r>
              <a:rPr lang="en-US" dirty="0"/>
              <a:t>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057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02731-0CCA-D1F3-CABA-61A1FB7C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🧠 5. Simple Views (views.py)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EFA0E-98FB-D069-0A85-9BB48D775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from </a:t>
            </a:r>
            <a:r>
              <a:rPr lang="en-US" dirty="0" err="1"/>
              <a:t>django.shortcuts</a:t>
            </a:r>
            <a:r>
              <a:rPr lang="en-US" dirty="0"/>
              <a:t> import render</a:t>
            </a:r>
          </a:p>
          <a:p>
            <a:r>
              <a:rPr lang="en-US" dirty="0"/>
              <a:t>from .models import *</a:t>
            </a:r>
          </a:p>
          <a:p>
            <a:endParaRPr lang="en-US" dirty="0"/>
          </a:p>
          <a:p>
            <a:r>
              <a:rPr lang="en-US" dirty="0"/>
              <a:t>def dashboard(request):</a:t>
            </a:r>
          </a:p>
          <a:p>
            <a:r>
              <a:rPr lang="en-US" dirty="0"/>
              <a:t>    return render(request, 'dashboard.html', {</a:t>
            </a:r>
          </a:p>
          <a:p>
            <a:r>
              <a:rPr lang="en-US" dirty="0"/>
              <a:t>        '</a:t>
            </a:r>
            <a:r>
              <a:rPr lang="en-US" dirty="0" err="1"/>
              <a:t>cgpa</a:t>
            </a:r>
            <a:r>
              <a:rPr lang="en-US" dirty="0"/>
              <a:t>': 3.45,</a:t>
            </a:r>
          </a:p>
          <a:p>
            <a:r>
              <a:rPr lang="en-US" dirty="0"/>
              <a:t>        '</a:t>
            </a:r>
            <a:r>
              <a:rPr lang="en-US" dirty="0" err="1"/>
              <a:t>assignment_count</a:t>
            </a:r>
            <a:r>
              <a:rPr lang="en-US" dirty="0"/>
              <a:t>': 5,</a:t>
            </a:r>
          </a:p>
          <a:p>
            <a:r>
              <a:rPr lang="en-US" dirty="0"/>
              <a:t>        '</a:t>
            </a:r>
            <a:r>
              <a:rPr lang="en-US" dirty="0" err="1"/>
              <a:t>quiz_count</a:t>
            </a:r>
            <a:r>
              <a:rPr lang="en-US" dirty="0"/>
              <a:t>': 8</a:t>
            </a:r>
          </a:p>
          <a:p>
            <a:r>
              <a:rPr lang="en-US" dirty="0"/>
              <a:t>    })</a:t>
            </a:r>
          </a:p>
          <a:p>
            <a:endParaRPr lang="en-US" dirty="0"/>
          </a:p>
          <a:p>
            <a:r>
              <a:rPr lang="en-US" dirty="0"/>
              <a:t>def results(request):</a:t>
            </a:r>
          </a:p>
          <a:p>
            <a:r>
              <a:rPr lang="en-US" dirty="0"/>
              <a:t>    results = </a:t>
            </a:r>
            <a:r>
              <a:rPr lang="en-US" dirty="0" err="1"/>
              <a:t>ExamResult.objects.all</a:t>
            </a:r>
            <a:r>
              <a:rPr lang="en-US" dirty="0"/>
              <a:t>()</a:t>
            </a:r>
          </a:p>
          <a:p>
            <a:r>
              <a:rPr lang="en-US" dirty="0"/>
              <a:t>    return render(request, 'results.html', {'results': results})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74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18B6D-FDB9-BC31-F3AE-4F93F3D2A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46E3E-03FD-9466-0F68-F47AACC25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✅ Features Covered</a:t>
            </a:r>
          </a:p>
          <a:p>
            <a:r>
              <a:rPr lang="en-US" dirty="0"/>
              <a:t>✔ Student Profile</a:t>
            </a:r>
            <a:br>
              <a:rPr lang="en-US" dirty="0"/>
            </a:br>
            <a:r>
              <a:rPr lang="en-US" dirty="0"/>
              <a:t>✔ Course Management</a:t>
            </a:r>
            <a:br>
              <a:rPr lang="en-US" dirty="0"/>
            </a:br>
            <a:r>
              <a:rPr lang="en-US" dirty="0"/>
              <a:t>✔ Assignments</a:t>
            </a:r>
            <a:br>
              <a:rPr lang="en-US" dirty="0"/>
            </a:br>
            <a:r>
              <a:rPr lang="en-US" dirty="0"/>
              <a:t>✔ Quizzes</a:t>
            </a:r>
            <a:br>
              <a:rPr lang="en-US" dirty="0"/>
            </a:br>
            <a:r>
              <a:rPr lang="en-US" dirty="0"/>
              <a:t>✔ Mid &amp; Final Exams</a:t>
            </a:r>
            <a:br>
              <a:rPr lang="en-US" dirty="0"/>
            </a:br>
            <a:r>
              <a:rPr lang="en-US" dirty="0"/>
              <a:t>✔ GPA &amp; CGPA Tracking</a:t>
            </a:r>
            <a:br>
              <a:rPr lang="en-US" dirty="0"/>
            </a:br>
            <a:r>
              <a:rPr lang="en-US" dirty="0"/>
              <a:t>✔ Django ORM Ready</a:t>
            </a:r>
            <a:br>
              <a:rPr lang="en-US" dirty="0"/>
            </a:br>
            <a:r>
              <a:rPr lang="en-US" dirty="0"/>
              <a:t>✔ Scalable for API (DRF)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084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1605</Words>
  <Application>Microsoft Office PowerPoint</Application>
  <PresentationFormat>Widescreen</PresentationFormat>
  <Paragraphs>222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Student Learning Management System (LMS) using Python (Django ORM).</vt:lpstr>
      <vt:lpstr>📁 App Structure (recommended)</vt:lpstr>
      <vt:lpstr>🚀 1. Project Start &amp; Setup Commands</vt:lpstr>
      <vt:lpstr>PowerPoint Presentation</vt:lpstr>
      <vt:lpstr>Settings.py</vt:lpstr>
      <vt:lpstr>🧑‍🎓 Student Profile Model</vt:lpstr>
      <vt:lpstr>📚 Course Model</vt:lpstr>
      <vt:lpstr>📝 Assignment Model</vt:lpstr>
      <vt:lpstr>❓ Quiz Model</vt:lpstr>
      <vt:lpstr>🧪 Mid &amp; Final Exam Model</vt:lpstr>
      <vt:lpstr>📊 GPA / CGPA Tracking Model</vt:lpstr>
      <vt:lpstr>🧮 Optional: CGPA Calculation Logic (Utility Function)</vt:lpstr>
      <vt:lpstr>PowerPoint Presentation</vt:lpstr>
      <vt:lpstr>PowerPoint Presentation</vt:lpstr>
      <vt:lpstr>🔐 Admin Registration (admin.py)</vt:lpstr>
      <vt:lpstr>PowerPoint Presentation</vt:lpstr>
      <vt:lpstr>PowerPoint Presentation</vt:lpstr>
      <vt:lpstr>PowerPoint Presentation</vt:lpstr>
      <vt:lpstr>🎨 3. Frontend Design (HTML + Bootstrap) 🔹 Base Template (templates/base.html) </vt:lpstr>
      <vt:lpstr>🔹 Student Dashboard (templates/dashboard.html)</vt:lpstr>
      <vt:lpstr>🔹 Results Page (templates/results.html)</vt:lpstr>
      <vt:lpstr>🧭 4. URL Routing (urls.py)</vt:lpstr>
      <vt:lpstr>🧠 5. Simple Views (views.py)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45</cp:revision>
  <dcterms:created xsi:type="dcterms:W3CDTF">2026-02-04T07:09:19Z</dcterms:created>
  <dcterms:modified xsi:type="dcterms:W3CDTF">2026-02-04T07:29:56Z</dcterms:modified>
</cp:coreProperties>
</file>
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Introduction to Computer Systems &amp;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dirty="0">
                <a:solidFill>
                  <a:srgbClr val="000000"/>
                </a:solidFill>
                <a:latin typeface="Calibri"/>
              </a:rPr>
              <a:t>Course: Introduction to Computing</a:t>
            </a:r>
          </a:p>
          <a:p>
            <a:r>
              <a:rPr sz="2000" dirty="0">
                <a:solidFill>
                  <a:srgbClr val="000000"/>
                </a:solidFill>
                <a:latin typeface="Calibri"/>
              </a:rPr>
              <a:t>Topic: Data, Information, and Computer Systems</a:t>
            </a:r>
          </a:p>
          <a:p>
            <a:r>
              <a:rPr sz="2000" dirty="0">
                <a:solidFill>
                  <a:srgbClr val="000000"/>
                </a:solidFill>
                <a:latin typeface="Calibri"/>
              </a:rPr>
              <a:t>Instructor: Sir Adnan Majeed</a:t>
            </a:r>
          </a:p>
          <a:p>
            <a:r>
              <a:rPr sz="2000" dirty="0">
                <a:solidFill>
                  <a:srgbClr val="000000"/>
                </a:solidFill>
                <a:latin typeface="Calibri"/>
              </a:rPr>
              <a:t>Institution</a:t>
            </a:r>
            <a:r>
              <a:rPr sz="2000">
                <a:solidFill>
                  <a:srgbClr val="000000"/>
                </a:solidFill>
                <a:latin typeface="Calibri"/>
              </a:rPr>
              <a:t>: </a:t>
            </a:r>
            <a:r>
              <a:rPr lang="en-US" sz="2000">
                <a:solidFill>
                  <a:srgbClr val="000000"/>
                </a:solidFill>
                <a:latin typeface="Calibri"/>
              </a:rPr>
              <a:t>Lahore Leads University, GC University </a:t>
            </a:r>
            <a:endParaRPr sz="2000" dirty="0">
              <a:solidFill>
                <a:srgbClr val="000000"/>
              </a:solidFill>
              <a:latin typeface="Calibri"/>
            </a:endParaRPr>
          </a:p>
          <a:p>
            <a:r>
              <a:rPr sz="2000" dirty="0">
                <a:solidFill>
                  <a:srgbClr val="000000"/>
                </a:solidFill>
                <a:latin typeface="Calibri"/>
              </a:rPr>
              <a:t>Semester: BSCS 1st Semester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Lecture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000000"/>
                </a:solidFill>
                <a:latin typeface="Calibri"/>
              </a:rPr>
              <a:t>• Understand the concept of Data and Information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• Learn how computers process data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• Explore components of computer systems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• Understand Analog and Digital computers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• Learn about Computer &amp; Communication Technologies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Data?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000000"/>
                </a:solidFill>
                <a:latin typeface="Calibri"/>
              </a:rPr>
              <a:t>Definition: Raw facts and figures without context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Examples: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- Numbers: 98, 65, 120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- Words: 'Red', 'Large', 'Student'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- Symbols: %, $, #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Characteristics of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000000"/>
                </a:solidFill>
                <a:latin typeface="Calibri"/>
              </a:rPr>
              <a:t>• Raw and unprocessed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• Collected from various sources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• Can be qualitative or quantitative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• Needs processing to become meaningful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Information?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000000"/>
                </a:solidFill>
                <a:latin typeface="Calibri"/>
              </a:rPr>
              <a:t>Definition: Processed data that is meaningful and useful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Example: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- Data: [45, 67, 89]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- Information: The average score of students is 67%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Relationship between Data and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000000"/>
                </a:solidFill>
                <a:latin typeface="Calibri"/>
              </a:rPr>
              <a:t>Data → Processing → Information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Input → Process → Output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Raw Facts → Programs → Useful Output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Information Processing 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000000"/>
                </a:solidFill>
                <a:latin typeface="Calibri"/>
              </a:rPr>
              <a:t>1. Input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2. Processing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3. Storage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4. Output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5. Feedback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Computer and Communication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000000"/>
                </a:solidFill>
                <a:latin typeface="Calibri"/>
              </a:rPr>
              <a:t>• Computer Technology: Hardware, software, networks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• Communication Technology: Data transmission via wired/wireless media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Importance of ICT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000000"/>
                </a:solidFill>
                <a:latin typeface="Calibri"/>
              </a:rPr>
              <a:t>• Facilitates data exchange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• Supports business automation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• Enhances education and healthcare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• Enables global connectivity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Components of ICT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000000"/>
                </a:solidFill>
                <a:latin typeface="Calibri"/>
              </a:rPr>
              <a:t>1. Hardware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2. Software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3. Networks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4. Data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5. People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Computer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000000"/>
                </a:solidFill>
                <a:latin typeface="Calibri"/>
              </a:rPr>
              <a:t>A computer is an electronic device that processes data to produce information.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Performs: Input → Process → Output → Storage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Components of Computer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000000"/>
                </a:solidFill>
                <a:latin typeface="Calibri"/>
              </a:rPr>
              <a:t>1. Input Unit – Keyboard, Mouse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2. Processing Unit – CPU (ALU + CU)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3. Memory Unit – RAM, ROM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4. Output Unit – Monitor, Printer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 Devices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000000"/>
                </a:solidFill>
                <a:latin typeface="Calibri"/>
              </a:rPr>
              <a:t>Devices used to enter data into the computer: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Keyboard, Mouse, Microphone, Scanner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 Devices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000000"/>
                </a:solidFill>
                <a:latin typeface="Calibri"/>
              </a:rPr>
              <a:t>Devices that display or produce results: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Monitor, Printer, Speakers, Projector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Central Processing Unit (CPU)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000000"/>
                </a:solidFill>
                <a:latin typeface="Calibri"/>
              </a:rPr>
              <a:t>Brain of the computer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Components: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1. Arithmetic Logic Unit (ALU)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2. Control Unit (CU)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3. Registers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Memory and Storage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000000"/>
                </a:solidFill>
                <a:latin typeface="Calibri"/>
              </a:rPr>
              <a:t>Primary: RAM, ROM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Secondary: Hard Disk, SSD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Tertiary: Cloud, Optical Media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Characteristics of Computer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000000"/>
                </a:solidFill>
                <a:latin typeface="Calibri"/>
              </a:rPr>
              <a:t>• Speed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• Accuracy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• Diligence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• Versatility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• Storage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• Connectivity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Classification of Computers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000000"/>
                </a:solidFill>
                <a:latin typeface="Calibri"/>
              </a:rPr>
              <a:t>1. Analog Computers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2. Digital Computers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3. Hybrid Computers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Analog Computers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000000"/>
                </a:solidFill>
                <a:latin typeface="Calibri"/>
              </a:rPr>
              <a:t>Work with continuous data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Examples: Thermometer, Speedometer, Analog Clock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Digital Computers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000000"/>
                </a:solidFill>
                <a:latin typeface="Calibri"/>
              </a:rPr>
              <a:t>Work with discrete data (0s &amp; 1s)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Examples: PCs, Laptops, Smartphones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Hybrid Computers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000000"/>
                </a:solidFill>
                <a:latin typeface="Calibri"/>
              </a:rPr>
              <a:t>Combine analog and digital features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Used in hospitals, aerospace, weather forecasting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Comparison: Analog vs Digital Computers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dirty="0">
                <a:solidFill>
                  <a:srgbClr val="000000"/>
                </a:solidFill>
                <a:latin typeface="Calibri"/>
              </a:rPr>
              <a:t>Analog: Continuous data, less accurate</a:t>
            </a:r>
          </a:p>
          <a:p>
            <a:r>
              <a:rPr sz="2000" dirty="0">
                <a:solidFill>
                  <a:srgbClr val="000000"/>
                </a:solidFill>
                <a:latin typeface="Calibri"/>
              </a:rPr>
              <a:t>Digital: Discrete data, more accurate</a:t>
            </a:r>
            <a:endParaRPr lang="en-US" sz="2000" dirty="0">
              <a:solidFill>
                <a:srgbClr val="000000"/>
              </a:solidFill>
              <a:latin typeface="Calibri"/>
            </a:endParaRPr>
          </a:p>
          <a:p>
            <a:endParaRPr sz="2000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0BB8A6-CBC9-6A93-81EB-65F0254A9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8658" y="2868496"/>
            <a:ext cx="6833254" cy="269285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Computers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000000"/>
                </a:solidFill>
                <a:latin typeface="Calibri"/>
              </a:rPr>
              <a:t>• Education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• Business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• Healthcare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• Banking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• Scientific Research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Trends in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000000"/>
                </a:solidFill>
                <a:latin typeface="Calibri"/>
              </a:rPr>
              <a:t>• Artificial Intelligence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• Quantum Computing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• Internet of Things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• Cloud Computing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• 5G Communication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000000"/>
                </a:solidFill>
                <a:latin typeface="Calibri"/>
              </a:rPr>
              <a:t>• Data → Information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• ICT integrates computing &amp; communication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• Computer = Input + Process + Output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• Analog vs Digital systems</a:t>
            </a:r>
          </a:p>
          <a:p>
            <a:r>
              <a:rPr sz="2000">
                <a:solidFill>
                  <a:srgbClr val="000000"/>
                </a:solidFill>
                <a:latin typeface="Calibri"/>
              </a:rPr>
              <a:t>Q/A Session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583</Words>
  <Application>Microsoft Office PowerPoint</Application>
  <PresentationFormat>Widescreen</PresentationFormat>
  <Paragraphs>117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Introduction to Computer Systems &amp; Technology</vt:lpstr>
      <vt:lpstr>Lecture Objectives</vt:lpstr>
      <vt:lpstr>What is Data?</vt:lpstr>
      <vt:lpstr>Characteristics of Data</vt:lpstr>
      <vt:lpstr>What is Information?</vt:lpstr>
      <vt:lpstr>Relationship between Data and Information</vt:lpstr>
      <vt:lpstr>Information Processing Cycle</vt:lpstr>
      <vt:lpstr>Computer and Communication Technology</vt:lpstr>
      <vt:lpstr>Importance of ICT</vt:lpstr>
      <vt:lpstr>Components of ICT</vt:lpstr>
      <vt:lpstr>Introduction to Computer System</vt:lpstr>
      <vt:lpstr>Basic Components of Computer System</vt:lpstr>
      <vt:lpstr>Input Devices</vt:lpstr>
      <vt:lpstr>Output Devices</vt:lpstr>
      <vt:lpstr>Central Processing Unit (CPU)</vt:lpstr>
      <vt:lpstr>Memory and Storage</vt:lpstr>
      <vt:lpstr>Characteristics of Computer</vt:lpstr>
      <vt:lpstr>Classification of Computers</vt:lpstr>
      <vt:lpstr>Analog Computers</vt:lpstr>
      <vt:lpstr>Digital Computers</vt:lpstr>
      <vt:lpstr>Hybrid Computers</vt:lpstr>
      <vt:lpstr>Comparison: Analog vs Digital Computers</vt:lpstr>
      <vt:lpstr>Applications of Computers</vt:lpstr>
      <vt:lpstr>Future Trends in Computing</vt:lpstr>
      <vt:lpstr>Summary &amp; Questions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Hp</cp:lastModifiedBy>
  <cp:revision>3</cp:revision>
  <dcterms:created xsi:type="dcterms:W3CDTF">2013-01-27T09:14:16Z</dcterms:created>
  <dcterms:modified xsi:type="dcterms:W3CDTF">2025-11-11T07:28:39Z</dcterms:modified>
  <cp:category/>
</cp:coreProperties>
</file>